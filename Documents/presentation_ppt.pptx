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2" r:id="rId1"/>
    <p:sldMasterId id="2147483861" r:id="rId2"/>
    <p:sldMasterId id="2147483873" r:id="rId3"/>
  </p:sldMasterIdLst>
  <p:notesMasterIdLst>
    <p:notesMasterId r:id="rId16"/>
  </p:notesMasterIdLst>
  <p:sldIdLst>
    <p:sldId id="256" r:id="rId4"/>
    <p:sldId id="257" r:id="rId5"/>
    <p:sldId id="258" r:id="rId6"/>
    <p:sldId id="260" r:id="rId7"/>
    <p:sldId id="261" r:id="rId8"/>
    <p:sldId id="262" r:id="rId9"/>
    <p:sldId id="259" r:id="rId10"/>
    <p:sldId id="263" r:id="rId11"/>
    <p:sldId id="264" r:id="rId12"/>
    <p:sldId id="265" r:id="rId13"/>
    <p:sldId id="268" r:id="rId14"/>
    <p:sldId id="267" r:id="rId1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CE5B62-8E35-4258-B114-7545B9257166}" v="78" dt="2026-05-31T09:20:47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20" autoAdjust="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64" y="5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NG OI NING" userId="7fb1972a-ee3c-45cd-be73-25eea1bd7ac4" providerId="ADAL" clId="{925DBCFB-7C99-4CEC-B038-E845E1BB0062}"/>
    <pc:docChg chg="undo redo custSel addSld delSld modSld sldOrd delMainMaster modMainMaster">
      <pc:chgData name="WONG OI NING" userId="7fb1972a-ee3c-45cd-be73-25eea1bd7ac4" providerId="ADAL" clId="{925DBCFB-7C99-4CEC-B038-E845E1BB0062}" dt="2026-05-31T09:21:09.909" v="1088"/>
      <pc:docMkLst>
        <pc:docMk/>
      </pc:docMkLst>
      <pc:sldChg chg="delSp modSp mod">
        <pc:chgData name="WONG OI NING" userId="7fb1972a-ee3c-45cd-be73-25eea1bd7ac4" providerId="ADAL" clId="{925DBCFB-7C99-4CEC-B038-E845E1BB0062}" dt="2026-05-31T09:04:09.807" v="1060" actId="20577"/>
        <pc:sldMkLst>
          <pc:docMk/>
          <pc:sldMk cId="0" sldId="256"/>
        </pc:sldMkLst>
        <pc:spChg chg="mod">
          <ac:chgData name="WONG OI NING" userId="7fb1972a-ee3c-45cd-be73-25eea1bd7ac4" providerId="ADAL" clId="{925DBCFB-7C99-4CEC-B038-E845E1BB0062}" dt="2026-05-31T09:04:09.807" v="1060" actId="20577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WONG OI NING" userId="7fb1972a-ee3c-45cd-be73-25eea1bd7ac4" providerId="ADAL" clId="{925DBCFB-7C99-4CEC-B038-E845E1BB0062}" dt="2026-05-31T09:03:52.710" v="1050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9:04:01.016" v="1053" actId="403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 modClrScheme chgLayout">
        <pc:chgData name="WONG OI NING" userId="7fb1972a-ee3c-45cd-be73-25eea1bd7ac4" providerId="ADAL" clId="{925DBCFB-7C99-4CEC-B038-E845E1BB0062}" dt="2026-05-31T08:58:58.759" v="962" actId="478"/>
        <pc:sldMkLst>
          <pc:docMk/>
          <pc:sldMk cId="0" sldId="257"/>
        </pc:sldMkLst>
        <pc:spChg chg="add del">
          <ac:chgData name="WONG OI NING" userId="7fb1972a-ee3c-45cd-be73-25eea1bd7ac4" providerId="ADAL" clId="{925DBCFB-7C99-4CEC-B038-E845E1BB0062}" dt="2026-05-31T05:19:04.045" v="45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5:24:14.653" v="57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29:53.039" v="141" actId="164"/>
          <ac:spMkLst>
            <pc:docMk/>
            <pc:sldMk cId="0" sldId="257"/>
            <ac:spMk id="4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29:53.039" v="141" actId="164"/>
          <ac:spMkLst>
            <pc:docMk/>
            <pc:sldMk cId="0" sldId="257"/>
            <ac:spMk id="5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29:53.039" v="141" actId="164"/>
          <ac:spMkLst>
            <pc:docMk/>
            <pc:sldMk cId="0" sldId="257"/>
            <ac:spMk id="6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29:53.039" v="141" actId="164"/>
          <ac:spMkLst>
            <pc:docMk/>
            <pc:sldMk cId="0" sldId="257"/>
            <ac:spMk id="7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28:13.841" v="118" actId="164"/>
          <ac:spMkLst>
            <pc:docMk/>
            <pc:sldMk cId="0" sldId="257"/>
            <ac:spMk id="8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28:13.841" v="118" actId="164"/>
          <ac:spMkLst>
            <pc:docMk/>
            <pc:sldMk cId="0" sldId="257"/>
            <ac:spMk id="9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28:13.841" v="118" actId="164"/>
          <ac:spMkLst>
            <pc:docMk/>
            <pc:sldMk cId="0" sldId="257"/>
            <ac:spMk id="10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28:13.841" v="118" actId="164"/>
          <ac:spMkLst>
            <pc:docMk/>
            <pc:sldMk cId="0" sldId="257"/>
            <ac:spMk id="11" creationId="{00000000-0000-0000-0000-000000000000}"/>
          </ac:spMkLst>
        </pc:spChg>
        <pc:spChg chg="add del mod ord">
          <ac:chgData name="WONG OI NING" userId="7fb1972a-ee3c-45cd-be73-25eea1bd7ac4" providerId="ADAL" clId="{925DBCFB-7C99-4CEC-B038-E845E1BB0062}" dt="2026-05-31T05:24:27.890" v="59" actId="700"/>
          <ac:spMkLst>
            <pc:docMk/>
            <pc:sldMk cId="0" sldId="257"/>
            <ac:spMk id="12" creationId="{7F3285F5-E837-7656-54F2-4B3ADC4968D8}"/>
          </ac:spMkLst>
        </pc:spChg>
        <pc:spChg chg="add del mod ord">
          <ac:chgData name="WONG OI NING" userId="7fb1972a-ee3c-45cd-be73-25eea1bd7ac4" providerId="ADAL" clId="{925DBCFB-7C99-4CEC-B038-E845E1BB0062}" dt="2026-05-31T05:24:27.890" v="59" actId="700"/>
          <ac:spMkLst>
            <pc:docMk/>
            <pc:sldMk cId="0" sldId="257"/>
            <ac:spMk id="13" creationId="{0DC668ED-1AE5-6ED7-F6C8-D488887CAD3E}"/>
          </ac:spMkLst>
        </pc:spChg>
        <pc:spChg chg="add del mod ord">
          <ac:chgData name="WONG OI NING" userId="7fb1972a-ee3c-45cd-be73-25eea1bd7ac4" providerId="ADAL" clId="{925DBCFB-7C99-4CEC-B038-E845E1BB0062}" dt="2026-05-31T05:24:27.890" v="59" actId="700"/>
          <ac:spMkLst>
            <pc:docMk/>
            <pc:sldMk cId="0" sldId="257"/>
            <ac:spMk id="14" creationId="{26BFAC86-C08E-284F-B422-222CA4AEB0CB}"/>
          </ac:spMkLst>
        </pc:spChg>
        <pc:spChg chg="add mod ord">
          <ac:chgData name="WONG OI NING" userId="7fb1972a-ee3c-45cd-be73-25eea1bd7ac4" providerId="ADAL" clId="{925DBCFB-7C99-4CEC-B038-E845E1BB0062}" dt="2026-05-31T08:58:46.721" v="959" actId="700"/>
          <ac:spMkLst>
            <pc:docMk/>
            <pc:sldMk cId="0" sldId="257"/>
            <ac:spMk id="15" creationId="{E723501F-2668-016E-D095-49C84FA80428}"/>
          </ac:spMkLst>
        </pc:spChg>
        <pc:spChg chg="add del mod ord">
          <ac:chgData name="WONG OI NING" userId="7fb1972a-ee3c-45cd-be73-25eea1bd7ac4" providerId="ADAL" clId="{925DBCFB-7C99-4CEC-B038-E845E1BB0062}" dt="2026-05-31T05:25:30.469" v="94" actId="478"/>
          <ac:spMkLst>
            <pc:docMk/>
            <pc:sldMk cId="0" sldId="257"/>
            <ac:spMk id="16" creationId="{07B7FFA0-A10F-F86C-070A-BE93157DE278}"/>
          </ac:spMkLst>
        </pc:spChg>
        <pc:spChg chg="add del mod ord">
          <ac:chgData name="WONG OI NING" userId="7fb1972a-ee3c-45cd-be73-25eea1bd7ac4" providerId="ADAL" clId="{925DBCFB-7C99-4CEC-B038-E845E1BB0062}" dt="2026-05-31T05:25:35.283" v="95" actId="478"/>
          <ac:spMkLst>
            <pc:docMk/>
            <pc:sldMk cId="0" sldId="257"/>
            <ac:spMk id="17" creationId="{896B6331-2153-67E2-6ADD-3648142534E7}"/>
          </ac:spMkLst>
        </pc:spChg>
        <pc:spChg chg="add del mod ord">
          <ac:chgData name="WONG OI NING" userId="7fb1972a-ee3c-45cd-be73-25eea1bd7ac4" providerId="ADAL" clId="{925DBCFB-7C99-4CEC-B038-E845E1BB0062}" dt="2026-05-31T05:43:39.165" v="268" actId="478"/>
          <ac:spMkLst>
            <pc:docMk/>
            <pc:sldMk cId="0" sldId="257"/>
            <ac:spMk id="21" creationId="{9407167B-6349-4B2F-F80F-06947704C33E}"/>
          </ac:spMkLst>
        </pc:spChg>
        <pc:spChg chg="add del mod ord">
          <ac:chgData name="WONG OI NING" userId="7fb1972a-ee3c-45cd-be73-25eea1bd7ac4" providerId="ADAL" clId="{925DBCFB-7C99-4CEC-B038-E845E1BB0062}" dt="2026-05-31T08:58:46.721" v="959" actId="700"/>
          <ac:spMkLst>
            <pc:docMk/>
            <pc:sldMk cId="0" sldId="257"/>
            <ac:spMk id="22" creationId="{B12BCF39-B8B3-301B-D6ED-E6E15439F142}"/>
          </ac:spMkLst>
        </pc:spChg>
        <pc:spChg chg="add del mod ord">
          <ac:chgData name="WONG OI NING" userId="7fb1972a-ee3c-45cd-be73-25eea1bd7ac4" providerId="ADAL" clId="{925DBCFB-7C99-4CEC-B038-E845E1BB0062}" dt="2026-05-31T08:58:46.721" v="959" actId="700"/>
          <ac:spMkLst>
            <pc:docMk/>
            <pc:sldMk cId="0" sldId="257"/>
            <ac:spMk id="23" creationId="{E121BC1A-CFF6-7564-E024-7012F6D5A37A}"/>
          </ac:spMkLst>
        </pc:spChg>
        <pc:spChg chg="add del mod ord">
          <ac:chgData name="WONG OI NING" userId="7fb1972a-ee3c-45cd-be73-25eea1bd7ac4" providerId="ADAL" clId="{925DBCFB-7C99-4CEC-B038-E845E1BB0062}" dt="2026-05-31T08:58:54.930" v="961" actId="478"/>
          <ac:spMkLst>
            <pc:docMk/>
            <pc:sldMk cId="0" sldId="257"/>
            <ac:spMk id="24" creationId="{8656221C-3B77-980B-EED7-7046178EC5F4}"/>
          </ac:spMkLst>
        </pc:spChg>
        <pc:spChg chg="add del mod">
          <ac:chgData name="WONG OI NING" userId="7fb1972a-ee3c-45cd-be73-25eea1bd7ac4" providerId="ADAL" clId="{925DBCFB-7C99-4CEC-B038-E845E1BB0062}" dt="2026-05-31T08:58:58.759" v="962" actId="478"/>
          <ac:spMkLst>
            <pc:docMk/>
            <pc:sldMk cId="0" sldId="257"/>
            <ac:spMk id="26" creationId="{36DCBB81-13C9-08B0-BE57-000061E36239}"/>
          </ac:spMkLst>
        </pc:spChg>
        <pc:grpChg chg="add mod">
          <ac:chgData name="WONG OI NING" userId="7fb1972a-ee3c-45cd-be73-25eea1bd7ac4" providerId="ADAL" clId="{925DBCFB-7C99-4CEC-B038-E845E1BB0062}" dt="2026-05-31T05:28:18.386" v="119" actId="1076"/>
          <ac:grpSpMkLst>
            <pc:docMk/>
            <pc:sldMk cId="0" sldId="257"/>
            <ac:grpSpMk id="18" creationId="{177D0188-2848-BB4D-C22B-EA4435F34857}"/>
          </ac:grpSpMkLst>
        </pc:grpChg>
        <pc:grpChg chg="add mod">
          <ac:chgData name="WONG OI NING" userId="7fb1972a-ee3c-45cd-be73-25eea1bd7ac4" providerId="ADAL" clId="{925DBCFB-7C99-4CEC-B038-E845E1BB0062}" dt="2026-05-31T05:29:12.776" v="127" actId="164"/>
          <ac:grpSpMkLst>
            <pc:docMk/>
            <pc:sldMk cId="0" sldId="257"/>
            <ac:grpSpMk id="19" creationId="{4A3F9B92-48BC-AA8A-B118-C73C1F6CF8B4}"/>
          </ac:grpSpMkLst>
        </pc:grpChg>
        <pc:grpChg chg="add mod">
          <ac:chgData name="WONG OI NING" userId="7fb1972a-ee3c-45cd-be73-25eea1bd7ac4" providerId="ADAL" clId="{925DBCFB-7C99-4CEC-B038-E845E1BB0062}" dt="2026-05-31T05:29:53.039" v="141" actId="164"/>
          <ac:grpSpMkLst>
            <pc:docMk/>
            <pc:sldMk cId="0" sldId="257"/>
            <ac:grpSpMk id="20" creationId="{EF58432A-7525-A702-EE67-A031148A5D83}"/>
          </ac:grpSpMkLst>
        </pc:grpChg>
      </pc:sldChg>
      <pc:sldChg chg="addSp delSp modSp mod modClrScheme chgLayout">
        <pc:chgData name="WONG OI NING" userId="7fb1972a-ee3c-45cd-be73-25eea1bd7ac4" providerId="ADAL" clId="{925DBCFB-7C99-4CEC-B038-E845E1BB0062}" dt="2026-05-31T08:59:06.529" v="964" actId="478"/>
        <pc:sldMkLst>
          <pc:docMk/>
          <pc:sldMk cId="0" sldId="258"/>
        </pc:sldMkLst>
        <pc:spChg chg="del mod">
          <ac:chgData name="WONG OI NING" userId="7fb1972a-ee3c-45cd-be73-25eea1bd7ac4" providerId="ADAL" clId="{925DBCFB-7C99-4CEC-B038-E845E1BB0062}" dt="2026-05-31T05:41:13.395" v="226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WONG OI NING" userId="7fb1972a-ee3c-45cd-be73-25eea1bd7ac4" providerId="ADAL" clId="{925DBCFB-7C99-4CEC-B038-E845E1BB0062}" dt="2026-05-31T05:41:36.181" v="234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44:05.675" v="307" actId="1035"/>
          <ac:spMkLst>
            <pc:docMk/>
            <pc:sldMk cId="0" sldId="258"/>
            <ac:spMk id="4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16:38.131" v="40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44:05.675" v="307" actId="1035"/>
          <ac:spMkLst>
            <pc:docMk/>
            <pc:sldMk cId="0" sldId="258"/>
            <ac:spMk id="6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2:20.436" v="159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1:45.195" v="153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2:30.040" v="160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2:33.407" v="161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44:05.675" v="307" actId="103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1:54.563" v="155" actId="1410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44:05.675" v="307" actId="103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2:48.677" v="165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1:27.291" v="150" actId="1410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2:00.968" v="157" actId="1410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44:05.675" v="307" actId="103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44:05.675" v="307" actId="103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2:57.190" v="167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16:27.819" v="38" actId="1410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16:41.747" v="41" actId="14100"/>
          <ac:spMkLst>
            <pc:docMk/>
            <pc:sldMk cId="0" sldId="258"/>
            <ac:spMk id="25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3:09.716" v="169" actId="14100"/>
          <ac:spMkLst>
            <pc:docMk/>
            <pc:sldMk cId="0" sldId="258"/>
            <ac:spMk id="29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3:44.637" v="185" actId="14100"/>
          <ac:spMkLst>
            <pc:docMk/>
            <pc:sldMk cId="0" sldId="258"/>
            <ac:spMk id="30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44:05.675" v="307" actId="1035"/>
          <ac:spMkLst>
            <pc:docMk/>
            <pc:sldMk cId="0" sldId="258"/>
            <ac:spMk id="31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44:05.675" v="307" actId="1035"/>
          <ac:spMkLst>
            <pc:docMk/>
            <pc:sldMk cId="0" sldId="258"/>
            <ac:spMk id="32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3:17.479" v="171" actId="14100"/>
          <ac:spMkLst>
            <pc:docMk/>
            <pc:sldMk cId="0" sldId="258"/>
            <ac:spMk id="34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3:54.987" v="188" actId="14100"/>
          <ac:spMkLst>
            <pc:docMk/>
            <pc:sldMk cId="0" sldId="258"/>
            <ac:spMk id="35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44:05.675" v="307" actId="1035"/>
          <ac:spMkLst>
            <pc:docMk/>
            <pc:sldMk cId="0" sldId="258"/>
            <ac:spMk id="38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33:24.191" v="173" actId="14100"/>
          <ac:spMkLst>
            <pc:docMk/>
            <pc:sldMk cId="0" sldId="258"/>
            <ac:spMk id="39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5:44:05.675" v="307" actId="1035"/>
          <ac:spMkLst>
            <pc:docMk/>
            <pc:sldMk cId="0" sldId="258"/>
            <ac:spMk id="40" creationId="{00000000-0000-0000-0000-000000000000}"/>
          </ac:spMkLst>
        </pc:spChg>
        <pc:spChg chg="add mod ord">
          <ac:chgData name="WONG OI NING" userId="7fb1972a-ee3c-45cd-be73-25eea1bd7ac4" providerId="ADAL" clId="{925DBCFB-7C99-4CEC-B038-E845E1BB0062}" dt="2026-05-31T08:59:03.547" v="963" actId="700"/>
          <ac:spMkLst>
            <pc:docMk/>
            <pc:sldMk cId="0" sldId="258"/>
            <ac:spMk id="41" creationId="{2AC71C8F-AAC6-8A0A-DC9C-E21A76F5DB1B}"/>
          </ac:spMkLst>
        </pc:spChg>
        <pc:spChg chg="add del mod ord">
          <ac:chgData name="WONG OI NING" userId="7fb1972a-ee3c-45cd-be73-25eea1bd7ac4" providerId="ADAL" clId="{925DBCFB-7C99-4CEC-B038-E845E1BB0062}" dt="2026-05-31T05:41:56.555" v="237" actId="478"/>
          <ac:spMkLst>
            <pc:docMk/>
            <pc:sldMk cId="0" sldId="258"/>
            <ac:spMk id="42" creationId="{64413C55-9987-1F71-4D4F-10A29490A643}"/>
          </ac:spMkLst>
        </pc:spChg>
        <pc:spChg chg="add del mod ord">
          <ac:chgData name="WONG OI NING" userId="7fb1972a-ee3c-45cd-be73-25eea1bd7ac4" providerId="ADAL" clId="{925DBCFB-7C99-4CEC-B038-E845E1BB0062}" dt="2026-05-31T05:43:49.277" v="270" actId="478"/>
          <ac:spMkLst>
            <pc:docMk/>
            <pc:sldMk cId="0" sldId="258"/>
            <ac:spMk id="43" creationId="{020F8E44-09A1-F904-435D-45FD4CF3BF14}"/>
          </ac:spMkLst>
        </pc:spChg>
        <pc:spChg chg="add del mod ord">
          <ac:chgData name="WONG OI NING" userId="7fb1972a-ee3c-45cd-be73-25eea1bd7ac4" providerId="ADAL" clId="{925DBCFB-7C99-4CEC-B038-E845E1BB0062}" dt="2026-05-31T08:59:06.529" v="964" actId="478"/>
          <ac:spMkLst>
            <pc:docMk/>
            <pc:sldMk cId="0" sldId="258"/>
            <ac:spMk id="44" creationId="{034F57AE-BAEC-44F8-8D7A-0733CA0E8F18}"/>
          </ac:spMkLst>
        </pc:spChg>
      </pc:sldChg>
      <pc:sldChg chg="addSp delSp modSp mod ord modClrScheme chgLayout">
        <pc:chgData name="WONG OI NING" userId="7fb1972a-ee3c-45cd-be73-25eea1bd7ac4" providerId="ADAL" clId="{925DBCFB-7C99-4CEC-B038-E845E1BB0062}" dt="2026-05-31T09:01:51.549" v="1009" actId="478"/>
        <pc:sldMkLst>
          <pc:docMk/>
          <pc:sldMk cId="0" sldId="259"/>
        </pc:sldMkLst>
        <pc:spChg chg="del mod">
          <ac:chgData name="WONG OI NING" userId="7fb1972a-ee3c-45cd-be73-25eea1bd7ac4" providerId="ADAL" clId="{925DBCFB-7C99-4CEC-B038-E845E1BB0062}" dt="2026-05-31T05:43:08.568" v="263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WONG OI NING" userId="7fb1972a-ee3c-45cd-be73-25eea1bd7ac4" providerId="ADAL" clId="{925DBCFB-7C99-4CEC-B038-E845E1BB0062}" dt="2026-05-31T05:43:20.449" v="265" actId="478"/>
          <ac:spMkLst>
            <pc:docMk/>
            <pc:sldMk cId="0" sldId="259"/>
            <ac:spMk id="3" creationId="{00000000-0000-0000-0000-000000000000}"/>
          </ac:spMkLst>
        </pc:spChg>
        <pc:spChg chg="add del mod ord">
          <ac:chgData name="WONG OI NING" userId="7fb1972a-ee3c-45cd-be73-25eea1bd7ac4" providerId="ADAL" clId="{925DBCFB-7C99-4CEC-B038-E845E1BB0062}" dt="2026-05-31T09:01:39.558" v="1006" actId="478"/>
          <ac:spMkLst>
            <pc:docMk/>
            <pc:sldMk cId="0" sldId="259"/>
            <ac:spMk id="44" creationId="{A9A511B0-9AA9-7D09-2790-E5BDACC56924}"/>
          </ac:spMkLst>
        </pc:spChg>
        <pc:spChg chg="add del mod ord">
          <ac:chgData name="WONG OI NING" userId="7fb1972a-ee3c-45cd-be73-25eea1bd7ac4" providerId="ADAL" clId="{925DBCFB-7C99-4CEC-B038-E845E1BB0062}" dt="2026-05-31T05:43:25.339" v="266" actId="478"/>
          <ac:spMkLst>
            <pc:docMk/>
            <pc:sldMk cId="0" sldId="259"/>
            <ac:spMk id="45" creationId="{9B081A42-D131-B81B-9D35-AFCF4655E4DC}"/>
          </ac:spMkLst>
        </pc:spChg>
        <pc:spChg chg="add del mod ord">
          <ac:chgData name="WONG OI NING" userId="7fb1972a-ee3c-45cd-be73-25eea1bd7ac4" providerId="ADAL" clId="{925DBCFB-7C99-4CEC-B038-E845E1BB0062}" dt="2026-05-31T05:44:17.502" v="309" actId="478"/>
          <ac:spMkLst>
            <pc:docMk/>
            <pc:sldMk cId="0" sldId="259"/>
            <ac:spMk id="46" creationId="{4990B32F-CA3D-7B64-C49D-ADA93227884A}"/>
          </ac:spMkLst>
        </pc:spChg>
        <pc:spChg chg="add mod ord">
          <ac:chgData name="WONG OI NING" userId="7fb1972a-ee3c-45cd-be73-25eea1bd7ac4" providerId="ADAL" clId="{925DBCFB-7C99-4CEC-B038-E845E1BB0062}" dt="2026-05-31T09:01:49.304" v="1008" actId="700"/>
          <ac:spMkLst>
            <pc:docMk/>
            <pc:sldMk cId="0" sldId="259"/>
            <ac:spMk id="48" creationId="{3852B92D-5C92-58CB-285E-B7CD91C58700}"/>
          </ac:spMkLst>
        </pc:spChg>
        <pc:spChg chg="add del mod ord">
          <ac:chgData name="WONG OI NING" userId="7fb1972a-ee3c-45cd-be73-25eea1bd7ac4" providerId="ADAL" clId="{925DBCFB-7C99-4CEC-B038-E845E1BB0062}" dt="2026-05-31T09:01:51.549" v="1009" actId="478"/>
          <ac:spMkLst>
            <pc:docMk/>
            <pc:sldMk cId="0" sldId="259"/>
            <ac:spMk id="49" creationId="{1B9CBA53-E575-B7D8-4F19-9C4FB1729F21}"/>
          </ac:spMkLst>
        </pc:spChg>
      </pc:sldChg>
      <pc:sldChg chg="addSp delSp modSp mod ord modClrScheme chgLayout">
        <pc:chgData name="WONG OI NING" userId="7fb1972a-ee3c-45cd-be73-25eea1bd7ac4" providerId="ADAL" clId="{925DBCFB-7C99-4CEC-B038-E845E1BB0062}" dt="2026-05-31T08:59:15.490" v="966" actId="478"/>
        <pc:sldMkLst>
          <pc:docMk/>
          <pc:sldMk cId="0" sldId="260"/>
        </pc:sldMkLst>
        <pc:spChg chg="del">
          <ac:chgData name="WONG OI NING" userId="7fb1972a-ee3c-45cd-be73-25eea1bd7ac4" providerId="ADAL" clId="{925DBCFB-7C99-4CEC-B038-E845E1BB0062}" dt="2026-05-31T05:50:01.140" v="331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5:49:55.639" v="330" actId="478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WONG OI NING" userId="7fb1972a-ee3c-45cd-be73-25eea1bd7ac4" providerId="ADAL" clId="{925DBCFB-7C99-4CEC-B038-E845E1BB0062}" dt="2026-05-31T06:15:50.973" v="384" actId="478"/>
          <ac:spMkLst>
            <pc:docMk/>
            <pc:sldMk cId="0" sldId="260"/>
            <ac:spMk id="21" creationId="{00000000-0000-0000-0000-000000000000}"/>
          </ac:spMkLst>
        </pc:spChg>
        <pc:spChg chg="add del">
          <ac:chgData name="WONG OI NING" userId="7fb1972a-ee3c-45cd-be73-25eea1bd7ac4" providerId="ADAL" clId="{925DBCFB-7C99-4CEC-B038-E845E1BB0062}" dt="2026-05-31T06:15:50.973" v="384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6:15:05.026" v="376" actId="478"/>
          <ac:spMkLst>
            <pc:docMk/>
            <pc:sldMk cId="0" sldId="260"/>
            <ac:spMk id="23" creationId="{00000000-0000-0000-0000-000000000000}"/>
          </ac:spMkLst>
        </pc:spChg>
        <pc:spChg chg="add del">
          <ac:chgData name="WONG OI NING" userId="7fb1972a-ee3c-45cd-be73-25eea1bd7ac4" providerId="ADAL" clId="{925DBCFB-7C99-4CEC-B038-E845E1BB0062}" dt="2026-05-31T06:15:50.973" v="384" actId="478"/>
          <ac:spMkLst>
            <pc:docMk/>
            <pc:sldMk cId="0" sldId="260"/>
            <ac:spMk id="24" creationId="{00000000-0000-0000-0000-000000000000}"/>
          </ac:spMkLst>
        </pc:spChg>
        <pc:spChg chg="add del">
          <ac:chgData name="WONG OI NING" userId="7fb1972a-ee3c-45cd-be73-25eea1bd7ac4" providerId="ADAL" clId="{925DBCFB-7C99-4CEC-B038-E845E1BB0062}" dt="2026-05-31T06:15:50.973" v="384" actId="478"/>
          <ac:spMkLst>
            <pc:docMk/>
            <pc:sldMk cId="0" sldId="260"/>
            <ac:spMk id="25" creationId="{00000000-0000-0000-0000-000000000000}"/>
          </ac:spMkLst>
        </pc:spChg>
        <pc:spChg chg="add del">
          <ac:chgData name="WONG OI NING" userId="7fb1972a-ee3c-45cd-be73-25eea1bd7ac4" providerId="ADAL" clId="{925DBCFB-7C99-4CEC-B038-E845E1BB0062}" dt="2026-05-31T06:15:50.973" v="384" actId="478"/>
          <ac:spMkLst>
            <pc:docMk/>
            <pc:sldMk cId="0" sldId="260"/>
            <ac:spMk id="26" creationId="{00000000-0000-0000-0000-000000000000}"/>
          </ac:spMkLst>
        </pc:spChg>
        <pc:spChg chg="add del">
          <ac:chgData name="WONG OI NING" userId="7fb1972a-ee3c-45cd-be73-25eea1bd7ac4" providerId="ADAL" clId="{925DBCFB-7C99-4CEC-B038-E845E1BB0062}" dt="2026-05-31T06:15:50.973" v="384" actId="478"/>
          <ac:spMkLst>
            <pc:docMk/>
            <pc:sldMk cId="0" sldId="260"/>
            <ac:spMk id="27" creationId="{00000000-0000-0000-0000-000000000000}"/>
          </ac:spMkLst>
        </pc:spChg>
        <pc:spChg chg="add del">
          <ac:chgData name="WONG OI NING" userId="7fb1972a-ee3c-45cd-be73-25eea1bd7ac4" providerId="ADAL" clId="{925DBCFB-7C99-4CEC-B038-E845E1BB0062}" dt="2026-05-31T06:15:50.973" v="384" actId="478"/>
          <ac:spMkLst>
            <pc:docMk/>
            <pc:sldMk cId="0" sldId="260"/>
            <ac:spMk id="28" creationId="{00000000-0000-0000-0000-000000000000}"/>
          </ac:spMkLst>
        </pc:spChg>
        <pc:spChg chg="add del">
          <ac:chgData name="WONG OI NING" userId="7fb1972a-ee3c-45cd-be73-25eea1bd7ac4" providerId="ADAL" clId="{925DBCFB-7C99-4CEC-B038-E845E1BB0062}" dt="2026-05-31T06:15:50.973" v="384" actId="478"/>
          <ac:spMkLst>
            <pc:docMk/>
            <pc:sldMk cId="0" sldId="260"/>
            <ac:spMk id="29" creationId="{00000000-0000-0000-0000-000000000000}"/>
          </ac:spMkLst>
        </pc:spChg>
        <pc:spChg chg="add">
          <ac:chgData name="WONG OI NING" userId="7fb1972a-ee3c-45cd-be73-25eea1bd7ac4" providerId="ADAL" clId="{925DBCFB-7C99-4CEC-B038-E845E1BB0062}" dt="2026-05-31T06:15:50.973" v="384" actId="478"/>
          <ac:spMkLst>
            <pc:docMk/>
            <pc:sldMk cId="0" sldId="260"/>
            <ac:spMk id="31" creationId="{00000000-0000-0000-0000-000000000000}"/>
          </ac:spMkLst>
        </pc:spChg>
        <pc:spChg chg="add del">
          <ac:chgData name="WONG OI NING" userId="7fb1972a-ee3c-45cd-be73-25eea1bd7ac4" providerId="ADAL" clId="{925DBCFB-7C99-4CEC-B038-E845E1BB0062}" dt="2026-05-31T06:15:50.973" v="384" actId="478"/>
          <ac:spMkLst>
            <pc:docMk/>
            <pc:sldMk cId="0" sldId="260"/>
            <ac:spMk id="32" creationId="{00000000-0000-0000-0000-000000000000}"/>
          </ac:spMkLst>
        </pc:spChg>
        <pc:spChg chg="add mod ord">
          <ac:chgData name="WONG OI NING" userId="7fb1972a-ee3c-45cd-be73-25eea1bd7ac4" providerId="ADAL" clId="{925DBCFB-7C99-4CEC-B038-E845E1BB0062}" dt="2026-05-31T08:59:10.851" v="965" actId="700"/>
          <ac:spMkLst>
            <pc:docMk/>
            <pc:sldMk cId="0" sldId="260"/>
            <ac:spMk id="35" creationId="{31980AB3-0FFB-E3DD-A959-C157CAE214E1}"/>
          </ac:spMkLst>
        </pc:spChg>
        <pc:spChg chg="add del mod ord">
          <ac:chgData name="WONG OI NING" userId="7fb1972a-ee3c-45cd-be73-25eea1bd7ac4" providerId="ADAL" clId="{925DBCFB-7C99-4CEC-B038-E845E1BB0062}" dt="2026-05-31T05:50:29.245" v="338" actId="478"/>
          <ac:spMkLst>
            <pc:docMk/>
            <pc:sldMk cId="0" sldId="260"/>
            <ac:spMk id="36" creationId="{D8F995B2-608B-D168-36B2-DFA6E37BBD68}"/>
          </ac:spMkLst>
        </pc:spChg>
        <pc:spChg chg="add del mod ord">
          <ac:chgData name="WONG OI NING" userId="7fb1972a-ee3c-45cd-be73-25eea1bd7ac4" providerId="ADAL" clId="{925DBCFB-7C99-4CEC-B038-E845E1BB0062}" dt="2026-05-31T08:59:15.490" v="966" actId="478"/>
          <ac:spMkLst>
            <pc:docMk/>
            <pc:sldMk cId="0" sldId="260"/>
            <ac:spMk id="41" creationId="{C0D8563B-AC09-2F8D-380F-1C7EE67D2513}"/>
          </ac:spMkLst>
        </pc:spChg>
        <pc:graphicFrameChg chg="add del mod">
          <ac:chgData name="WONG OI NING" userId="7fb1972a-ee3c-45cd-be73-25eea1bd7ac4" providerId="ADAL" clId="{925DBCFB-7C99-4CEC-B038-E845E1BB0062}" dt="2026-05-31T06:03:06.939" v="352" actId="478"/>
          <ac:graphicFrameMkLst>
            <pc:docMk/>
            <pc:sldMk cId="0" sldId="260"/>
            <ac:graphicFrameMk id="34" creationId="{00000000-0000-0000-0000-000000000000}"/>
          </ac:graphicFrameMkLst>
        </pc:graphicFrameChg>
        <pc:graphicFrameChg chg="add mod">
          <ac:chgData name="WONG OI NING" userId="7fb1972a-ee3c-45cd-be73-25eea1bd7ac4" providerId="ADAL" clId="{925DBCFB-7C99-4CEC-B038-E845E1BB0062}" dt="2026-05-31T08:08:47.045" v="391" actId="14100"/>
          <ac:graphicFrameMkLst>
            <pc:docMk/>
            <pc:sldMk cId="0" sldId="260"/>
            <ac:graphicFrameMk id="39" creationId="{8636F167-0ECB-5720-5448-39ED512B2D5E}"/>
          </ac:graphicFrameMkLst>
        </pc:graphicFrameChg>
        <pc:graphicFrameChg chg="add del mod modGraphic">
          <ac:chgData name="WONG OI NING" userId="7fb1972a-ee3c-45cd-be73-25eea1bd7ac4" providerId="ADAL" clId="{925DBCFB-7C99-4CEC-B038-E845E1BB0062}" dt="2026-05-31T06:15:56.433" v="390" actId="1032"/>
          <ac:graphicFrameMkLst>
            <pc:docMk/>
            <pc:sldMk cId="0" sldId="260"/>
            <ac:graphicFrameMk id="40" creationId="{4B05C86D-F600-C4C1-F955-8846928A3ACB}"/>
          </ac:graphicFrameMkLst>
        </pc:graphicFrameChg>
        <pc:picChg chg="add del mod">
          <ac:chgData name="WONG OI NING" userId="7fb1972a-ee3c-45cd-be73-25eea1bd7ac4" providerId="ADAL" clId="{925DBCFB-7C99-4CEC-B038-E845E1BB0062}" dt="2026-05-31T05:52:45.251" v="349" actId="22"/>
          <ac:picMkLst>
            <pc:docMk/>
            <pc:sldMk cId="0" sldId="260"/>
            <ac:picMk id="38" creationId="{D1ACBAF5-4093-A37C-4535-E9440A37864F}"/>
          </ac:picMkLst>
        </pc:picChg>
      </pc:sldChg>
      <pc:sldChg chg="addSp delSp modSp mod modClrScheme chgLayout">
        <pc:chgData name="WONG OI NING" userId="7fb1972a-ee3c-45cd-be73-25eea1bd7ac4" providerId="ADAL" clId="{925DBCFB-7C99-4CEC-B038-E845E1BB0062}" dt="2026-05-31T09:01:03.044" v="997" actId="27636"/>
        <pc:sldMkLst>
          <pc:docMk/>
          <pc:sldMk cId="0" sldId="261"/>
        </pc:sldMkLst>
        <pc:spChg chg="add del">
          <ac:chgData name="WONG OI NING" userId="7fb1972a-ee3c-45cd-be73-25eea1bd7ac4" providerId="ADAL" clId="{925DBCFB-7C99-4CEC-B038-E845E1BB0062}" dt="2026-05-31T08:59:56.708" v="983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8:59:32.810" v="969" actId="478"/>
          <ac:spMkLst>
            <pc:docMk/>
            <pc:sldMk cId="0" sldId="261"/>
            <ac:spMk id="3" creationId="{00000000-0000-0000-0000-000000000000}"/>
          </ac:spMkLst>
        </pc:spChg>
        <pc:spChg chg="mod ord">
          <ac:chgData name="WONG OI NING" userId="7fb1972a-ee3c-45cd-be73-25eea1bd7ac4" providerId="ADAL" clId="{925DBCFB-7C99-4CEC-B038-E845E1BB0062}" dt="2026-05-31T09:00:49.465" v="992" actId="207"/>
          <ac:spMkLst>
            <pc:docMk/>
            <pc:sldMk cId="0" sldId="261"/>
            <ac:spMk id="4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8:15:24.505" v="562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9:00:17.631" v="986" actId="164"/>
          <ac:spMkLst>
            <pc:docMk/>
            <pc:sldMk cId="0" sldId="261"/>
            <ac:spMk id="6" creationId="{00000000-0000-0000-0000-000000000000}"/>
          </ac:spMkLst>
        </pc:spChg>
        <pc:spChg chg="add">
          <ac:chgData name="WONG OI NING" userId="7fb1972a-ee3c-45cd-be73-25eea1bd7ac4" providerId="ADAL" clId="{925DBCFB-7C99-4CEC-B038-E845E1BB0062}" dt="2026-05-31T08:15:39.616" v="563"/>
          <ac:spMkLst>
            <pc:docMk/>
            <pc:sldMk cId="0" sldId="261"/>
            <ac:spMk id="11" creationId="{467652A6-0781-B190-AB97-2EE3BCE3DA62}"/>
          </ac:spMkLst>
        </pc:spChg>
        <pc:spChg chg="add">
          <ac:chgData name="WONG OI NING" userId="7fb1972a-ee3c-45cd-be73-25eea1bd7ac4" providerId="ADAL" clId="{925DBCFB-7C99-4CEC-B038-E845E1BB0062}" dt="2026-05-31T08:15:42.782" v="564"/>
          <ac:spMkLst>
            <pc:docMk/>
            <pc:sldMk cId="0" sldId="261"/>
            <ac:spMk id="12" creationId="{2448241C-05A8-8863-D09F-F4BE1EED0CCC}"/>
          </ac:spMkLst>
        </pc:spChg>
        <pc:spChg chg="add">
          <ac:chgData name="WONG OI NING" userId="7fb1972a-ee3c-45cd-be73-25eea1bd7ac4" providerId="ADAL" clId="{925DBCFB-7C99-4CEC-B038-E845E1BB0062}" dt="2026-05-31T08:16:03.582" v="565"/>
          <ac:spMkLst>
            <pc:docMk/>
            <pc:sldMk cId="0" sldId="261"/>
            <ac:spMk id="13" creationId="{1B129BB3-5DE6-8BA1-541B-76506A49DA43}"/>
          </ac:spMkLst>
        </pc:spChg>
        <pc:spChg chg="add del mod ord">
          <ac:chgData name="WONG OI NING" userId="7fb1972a-ee3c-45cd-be73-25eea1bd7ac4" providerId="ADAL" clId="{925DBCFB-7C99-4CEC-B038-E845E1BB0062}" dt="2026-05-31T08:59:27.799" v="968" actId="700"/>
          <ac:spMkLst>
            <pc:docMk/>
            <pc:sldMk cId="0" sldId="261"/>
            <ac:spMk id="14" creationId="{E5D0D38A-46F5-B901-7AD5-45EBE40F13FE}"/>
          </ac:spMkLst>
        </pc:spChg>
        <pc:spChg chg="add del mod ord">
          <ac:chgData name="WONG OI NING" userId="7fb1972a-ee3c-45cd-be73-25eea1bd7ac4" providerId="ADAL" clId="{925DBCFB-7C99-4CEC-B038-E845E1BB0062}" dt="2026-05-31T08:59:27.799" v="968" actId="700"/>
          <ac:spMkLst>
            <pc:docMk/>
            <pc:sldMk cId="0" sldId="261"/>
            <ac:spMk id="15" creationId="{562A9289-7C8F-3478-BAC3-551DFD4FDFCD}"/>
          </ac:spMkLst>
        </pc:spChg>
        <pc:spChg chg="add del mod ord">
          <ac:chgData name="WONG OI NING" userId="7fb1972a-ee3c-45cd-be73-25eea1bd7ac4" providerId="ADAL" clId="{925DBCFB-7C99-4CEC-B038-E845E1BB0062}" dt="2026-05-31T08:59:53.450" v="981" actId="700"/>
          <ac:spMkLst>
            <pc:docMk/>
            <pc:sldMk cId="0" sldId="261"/>
            <ac:spMk id="16" creationId="{D75E82A5-C571-3ED9-CAED-CB15111B0923}"/>
          </ac:spMkLst>
        </pc:spChg>
        <pc:spChg chg="add del mod ord">
          <ac:chgData name="WONG OI NING" userId="7fb1972a-ee3c-45cd-be73-25eea1bd7ac4" providerId="ADAL" clId="{925DBCFB-7C99-4CEC-B038-E845E1BB0062}" dt="2026-05-31T08:59:53.450" v="981" actId="700"/>
          <ac:spMkLst>
            <pc:docMk/>
            <pc:sldMk cId="0" sldId="261"/>
            <ac:spMk id="17" creationId="{2F412A2D-F1C8-C3DA-CB7D-7126A5F28224}"/>
          </ac:spMkLst>
        </pc:spChg>
        <pc:spChg chg="add del mod ord">
          <ac:chgData name="WONG OI NING" userId="7fb1972a-ee3c-45cd-be73-25eea1bd7ac4" providerId="ADAL" clId="{925DBCFB-7C99-4CEC-B038-E845E1BB0062}" dt="2026-05-31T09:00:02.676" v="985" actId="700"/>
          <ac:spMkLst>
            <pc:docMk/>
            <pc:sldMk cId="0" sldId="261"/>
            <ac:spMk id="18" creationId="{7DC6D74D-51C7-7500-63E4-A45B0E56A61F}"/>
          </ac:spMkLst>
        </pc:spChg>
        <pc:spChg chg="add del mod ord">
          <ac:chgData name="WONG OI NING" userId="7fb1972a-ee3c-45cd-be73-25eea1bd7ac4" providerId="ADAL" clId="{925DBCFB-7C99-4CEC-B038-E845E1BB0062}" dt="2026-05-31T09:00:02.676" v="985" actId="700"/>
          <ac:spMkLst>
            <pc:docMk/>
            <pc:sldMk cId="0" sldId="261"/>
            <ac:spMk id="19" creationId="{D69F28B5-F422-3589-24DB-70D229667C34}"/>
          </ac:spMkLst>
        </pc:spChg>
        <pc:spChg chg="add del mod ord">
          <ac:chgData name="WONG OI NING" userId="7fb1972a-ee3c-45cd-be73-25eea1bd7ac4" providerId="ADAL" clId="{925DBCFB-7C99-4CEC-B038-E845E1BB0062}" dt="2026-05-31T09:00:26.769" v="988" actId="700"/>
          <ac:spMkLst>
            <pc:docMk/>
            <pc:sldMk cId="0" sldId="261"/>
            <ac:spMk id="21" creationId="{7373771C-CED3-1388-7E8E-C4E7BC2643C0}"/>
          </ac:spMkLst>
        </pc:spChg>
        <pc:spChg chg="add del mod ord">
          <ac:chgData name="WONG OI NING" userId="7fb1972a-ee3c-45cd-be73-25eea1bd7ac4" providerId="ADAL" clId="{925DBCFB-7C99-4CEC-B038-E845E1BB0062}" dt="2026-05-31T09:00:26.769" v="988" actId="700"/>
          <ac:spMkLst>
            <pc:docMk/>
            <pc:sldMk cId="0" sldId="261"/>
            <ac:spMk id="22" creationId="{F2FCD990-EBCE-712F-EFFC-82537F7CBADB}"/>
          </ac:spMkLst>
        </pc:spChg>
        <pc:spChg chg="add mod ord">
          <ac:chgData name="WONG OI NING" userId="7fb1972a-ee3c-45cd-be73-25eea1bd7ac4" providerId="ADAL" clId="{925DBCFB-7C99-4CEC-B038-E845E1BB0062}" dt="2026-05-31T09:01:03.044" v="997" actId="27636"/>
          <ac:spMkLst>
            <pc:docMk/>
            <pc:sldMk cId="0" sldId="261"/>
            <ac:spMk id="23" creationId="{A8317A68-8238-4C90-E778-470485B47F73}"/>
          </ac:spMkLst>
        </pc:spChg>
        <pc:spChg chg="add del mod ord">
          <ac:chgData name="WONG OI NING" userId="7fb1972a-ee3c-45cd-be73-25eea1bd7ac4" providerId="ADAL" clId="{925DBCFB-7C99-4CEC-B038-E845E1BB0062}" dt="2026-05-31T09:00:52.464" v="993" actId="478"/>
          <ac:spMkLst>
            <pc:docMk/>
            <pc:sldMk cId="0" sldId="261"/>
            <ac:spMk id="24" creationId="{D9D1C47B-15C7-BA6B-33A9-9FDE3D15E36E}"/>
          </ac:spMkLst>
        </pc:spChg>
        <pc:grpChg chg="add mod">
          <ac:chgData name="WONG OI NING" userId="7fb1972a-ee3c-45cd-be73-25eea1bd7ac4" providerId="ADAL" clId="{925DBCFB-7C99-4CEC-B038-E845E1BB0062}" dt="2026-05-31T09:00:17.631" v="986" actId="164"/>
          <ac:grpSpMkLst>
            <pc:docMk/>
            <pc:sldMk cId="0" sldId="261"/>
            <ac:grpSpMk id="20" creationId="{7DC94EDA-D80F-02C6-CE50-464B8A2A7B29}"/>
          </ac:grpSpMkLst>
        </pc:grpChg>
      </pc:sldChg>
      <pc:sldChg chg="addSp delSp modSp mod modClrScheme chgLayout">
        <pc:chgData name="WONG OI NING" userId="7fb1972a-ee3c-45cd-be73-25eea1bd7ac4" providerId="ADAL" clId="{925DBCFB-7C99-4CEC-B038-E845E1BB0062}" dt="2026-05-31T09:12:00.497" v="1076" actId="1076"/>
        <pc:sldMkLst>
          <pc:docMk/>
          <pc:sldMk cId="0" sldId="262"/>
        </pc:sldMkLst>
        <pc:spChg chg="del">
          <ac:chgData name="WONG OI NING" userId="7fb1972a-ee3c-45cd-be73-25eea1bd7ac4" providerId="ADAL" clId="{925DBCFB-7C99-4CEC-B038-E845E1BB0062}" dt="2026-05-31T09:01:14.861" v="999" actId="478"/>
          <ac:spMkLst>
            <pc:docMk/>
            <pc:sldMk cId="0" sldId="262"/>
            <ac:spMk id="2" creationId="{00000000-0000-0000-0000-000000000000}"/>
          </ac:spMkLst>
        </pc:spChg>
        <pc:spChg chg="add mod">
          <ac:chgData name="WONG OI NING" userId="7fb1972a-ee3c-45cd-be73-25eea1bd7ac4" providerId="ADAL" clId="{925DBCFB-7C99-4CEC-B038-E845E1BB0062}" dt="2026-05-31T09:11:57.170" v="1075" actId="1076"/>
          <ac:spMkLst>
            <pc:docMk/>
            <pc:sldMk cId="0" sldId="262"/>
            <ac:spMk id="2" creationId="{8E1106BE-7297-A656-1E03-75587239A444}"/>
          </ac:spMkLst>
        </pc:spChg>
        <pc:spChg chg="del">
          <ac:chgData name="WONG OI NING" userId="7fb1972a-ee3c-45cd-be73-25eea1bd7ac4" providerId="ADAL" clId="{925DBCFB-7C99-4CEC-B038-E845E1BB0062}" dt="2026-05-31T09:01:14.113" v="998" actId="478"/>
          <ac:spMkLst>
            <pc:docMk/>
            <pc:sldMk cId="0" sldId="262"/>
            <ac:spMk id="3" creationId="{00000000-0000-0000-0000-000000000000}"/>
          </ac:spMkLst>
        </pc:spChg>
        <pc:spChg chg="add mod ord">
          <ac:chgData name="WONG OI NING" userId="7fb1972a-ee3c-45cd-be73-25eea1bd7ac4" providerId="ADAL" clId="{925DBCFB-7C99-4CEC-B038-E845E1BB0062}" dt="2026-05-31T09:01:21.492" v="1004" actId="27636"/>
          <ac:spMkLst>
            <pc:docMk/>
            <pc:sldMk cId="0" sldId="262"/>
            <ac:spMk id="22" creationId="{771D24D9-DD90-8842-B109-EE47151AF08A}"/>
          </ac:spMkLst>
        </pc:spChg>
        <pc:spChg chg="add del mod ord">
          <ac:chgData name="WONG OI NING" userId="7fb1972a-ee3c-45cd-be73-25eea1bd7ac4" providerId="ADAL" clId="{925DBCFB-7C99-4CEC-B038-E845E1BB0062}" dt="2026-05-31T09:01:26.764" v="1005" actId="478"/>
          <ac:spMkLst>
            <pc:docMk/>
            <pc:sldMk cId="0" sldId="262"/>
            <ac:spMk id="23" creationId="{09B2D548-C823-C6F0-49E7-69E0BB8A7D2E}"/>
          </ac:spMkLst>
        </pc:spChg>
        <pc:graphicFrameChg chg="mod">
          <ac:chgData name="WONG OI NING" userId="7fb1972a-ee3c-45cd-be73-25eea1bd7ac4" providerId="ADAL" clId="{925DBCFB-7C99-4CEC-B038-E845E1BB0062}" dt="2026-05-31T09:12:00.497" v="1076" actId="1076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addSp delSp modSp mod modClrScheme modShow chgLayout">
        <pc:chgData name="WONG OI NING" userId="7fb1972a-ee3c-45cd-be73-25eea1bd7ac4" providerId="ADAL" clId="{925DBCFB-7C99-4CEC-B038-E845E1BB0062}" dt="2026-05-31T09:02:09.002" v="1017" actId="478"/>
        <pc:sldMkLst>
          <pc:docMk/>
          <pc:sldMk cId="0" sldId="263"/>
        </pc:sldMkLst>
        <pc:spChg chg="del">
          <ac:chgData name="WONG OI NING" userId="7fb1972a-ee3c-45cd-be73-25eea1bd7ac4" providerId="ADAL" clId="{925DBCFB-7C99-4CEC-B038-E845E1BB0062}" dt="2026-05-31T09:02:00.108" v="1011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9:01:59.207" v="1010" actId="478"/>
          <ac:spMkLst>
            <pc:docMk/>
            <pc:sldMk cId="0" sldId="263"/>
            <ac:spMk id="3" creationId="{00000000-0000-0000-0000-000000000000}"/>
          </ac:spMkLst>
        </pc:spChg>
        <pc:spChg chg="add mod ord">
          <ac:chgData name="WONG OI NING" userId="7fb1972a-ee3c-45cd-be73-25eea1bd7ac4" providerId="ADAL" clId="{925DBCFB-7C99-4CEC-B038-E845E1BB0062}" dt="2026-05-31T09:02:05.890" v="1016" actId="27636"/>
          <ac:spMkLst>
            <pc:docMk/>
            <pc:sldMk cId="0" sldId="263"/>
            <ac:spMk id="43" creationId="{7D1CA70F-E5C6-A68F-BB4C-22B446924902}"/>
          </ac:spMkLst>
        </pc:spChg>
        <pc:spChg chg="add del mod ord">
          <ac:chgData name="WONG OI NING" userId="7fb1972a-ee3c-45cd-be73-25eea1bd7ac4" providerId="ADAL" clId="{925DBCFB-7C99-4CEC-B038-E845E1BB0062}" dt="2026-05-31T09:02:09.002" v="1017" actId="478"/>
          <ac:spMkLst>
            <pc:docMk/>
            <pc:sldMk cId="0" sldId="263"/>
            <ac:spMk id="44" creationId="{57D01C8B-288E-0771-D548-62702FA23BC2}"/>
          </ac:spMkLst>
        </pc:spChg>
      </pc:sldChg>
      <pc:sldChg chg="addSp delSp modSp mod modClrScheme chgLayout">
        <pc:chgData name="WONG OI NING" userId="7fb1972a-ee3c-45cd-be73-25eea1bd7ac4" providerId="ADAL" clId="{925DBCFB-7C99-4CEC-B038-E845E1BB0062}" dt="2026-05-31T09:21:09.909" v="1088"/>
        <pc:sldMkLst>
          <pc:docMk/>
          <pc:sldMk cId="0" sldId="264"/>
        </pc:sldMkLst>
        <pc:spChg chg="del">
          <ac:chgData name="WONG OI NING" userId="7fb1972a-ee3c-45cd-be73-25eea1bd7ac4" providerId="ADAL" clId="{925DBCFB-7C99-4CEC-B038-E845E1BB0062}" dt="2026-05-31T09:02:29.138" v="1020" actId="478"/>
          <ac:spMkLst>
            <pc:docMk/>
            <pc:sldMk cId="0" sldId="264"/>
            <ac:spMk id="2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9:02:31.083" v="1021" actId="478"/>
          <ac:spMkLst>
            <pc:docMk/>
            <pc:sldMk cId="0" sldId="264"/>
            <ac:spMk id="3" creationId="{00000000-0000-0000-0000-000000000000}"/>
          </ac:spMkLst>
        </pc:spChg>
        <pc:spChg chg="add del mod">
          <ac:chgData name="WONG OI NING" userId="7fb1972a-ee3c-45cd-be73-25eea1bd7ac4" providerId="ADAL" clId="{925DBCFB-7C99-4CEC-B038-E845E1BB0062}" dt="2026-05-31T08:47:33.815" v="714" actId="1076"/>
          <ac:spMkLst>
            <pc:docMk/>
            <pc:sldMk cId="0" sldId="264"/>
            <ac:spMk id="4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8:34:43.468" v="578" actId="478"/>
          <ac:spMkLst>
            <pc:docMk/>
            <pc:sldMk cId="0" sldId="264"/>
            <ac:spMk id="7" creationId="{00000000-0000-0000-0000-000000000000}"/>
          </ac:spMkLst>
        </pc:spChg>
        <pc:spChg chg="del mod">
          <ac:chgData name="WONG OI NING" userId="7fb1972a-ee3c-45cd-be73-25eea1bd7ac4" providerId="ADAL" clId="{925DBCFB-7C99-4CEC-B038-E845E1BB0062}" dt="2026-05-31T08:34:46.619" v="580" actId="478"/>
          <ac:spMkLst>
            <pc:docMk/>
            <pc:sldMk cId="0" sldId="264"/>
            <ac:spMk id="8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8:34:48.722" v="581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8:34:51.444" v="582" actId="478"/>
          <ac:spMkLst>
            <pc:docMk/>
            <pc:sldMk cId="0" sldId="264"/>
            <ac:spMk id="10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8:34:53.732" v="583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8:35:09.239" v="590" actId="478"/>
          <ac:spMkLst>
            <pc:docMk/>
            <pc:sldMk cId="0" sldId="264"/>
            <ac:spMk id="12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9:12:49.203" v="1078"/>
          <ac:spMkLst>
            <pc:docMk/>
            <pc:sldMk cId="0" sldId="264"/>
            <ac:spMk id="13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9:20:50.980" v="1087"/>
          <ac:spMkLst>
            <pc:docMk/>
            <pc:sldMk cId="0" sldId="264"/>
            <ac:spMk id="22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9:18:36.768" v="1084" actId="20577"/>
          <ac:spMkLst>
            <pc:docMk/>
            <pc:sldMk cId="0" sldId="264"/>
            <ac:spMk id="26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9:21:09.909" v="1088"/>
          <ac:spMkLst>
            <pc:docMk/>
            <pc:sldMk cId="0" sldId="264"/>
            <ac:spMk id="30" creationId="{00000000-0000-0000-0000-000000000000}"/>
          </ac:spMkLst>
        </pc:spChg>
        <pc:spChg chg="add del mod ord">
          <ac:chgData name="WONG OI NING" userId="7fb1972a-ee3c-45cd-be73-25eea1bd7ac4" providerId="ADAL" clId="{925DBCFB-7C99-4CEC-B038-E845E1BB0062}" dt="2026-05-31T09:02:23.182" v="1019" actId="700"/>
          <ac:spMkLst>
            <pc:docMk/>
            <pc:sldMk cId="0" sldId="264"/>
            <ac:spMk id="35" creationId="{9B93F45B-6731-DD70-89A4-4339DD4E6B94}"/>
          </ac:spMkLst>
        </pc:spChg>
        <pc:spChg chg="add del mod ord">
          <ac:chgData name="WONG OI NING" userId="7fb1972a-ee3c-45cd-be73-25eea1bd7ac4" providerId="ADAL" clId="{925DBCFB-7C99-4CEC-B038-E845E1BB0062}" dt="2026-05-31T09:02:23.182" v="1019" actId="700"/>
          <ac:spMkLst>
            <pc:docMk/>
            <pc:sldMk cId="0" sldId="264"/>
            <ac:spMk id="36" creationId="{25FDD266-6DE5-D6DD-43D2-5D11DE407A06}"/>
          </ac:spMkLst>
        </pc:spChg>
        <pc:spChg chg="add mod ord">
          <ac:chgData name="WONG OI NING" userId="7fb1972a-ee3c-45cd-be73-25eea1bd7ac4" providerId="ADAL" clId="{925DBCFB-7C99-4CEC-B038-E845E1BB0062}" dt="2026-05-31T09:02:37.300" v="1026" actId="27636"/>
          <ac:spMkLst>
            <pc:docMk/>
            <pc:sldMk cId="0" sldId="264"/>
            <ac:spMk id="37" creationId="{0A49CA2C-E1B0-605D-B7D7-CAFDD6F02026}"/>
          </ac:spMkLst>
        </pc:spChg>
        <pc:spChg chg="add del mod ord">
          <ac:chgData name="WONG OI NING" userId="7fb1972a-ee3c-45cd-be73-25eea1bd7ac4" providerId="ADAL" clId="{925DBCFB-7C99-4CEC-B038-E845E1BB0062}" dt="2026-05-31T09:08:33.445" v="1061" actId="478"/>
          <ac:spMkLst>
            <pc:docMk/>
            <pc:sldMk cId="0" sldId="264"/>
            <ac:spMk id="38" creationId="{1179FEC8-30CE-4DE8-6C86-A4A4187C3A45}"/>
          </ac:spMkLst>
        </pc:spChg>
        <pc:picChg chg="add del mod">
          <ac:chgData name="WONG OI NING" userId="7fb1972a-ee3c-45cd-be73-25eea1bd7ac4" providerId="ADAL" clId="{925DBCFB-7C99-4CEC-B038-E845E1BB0062}" dt="2026-05-31T08:45:57.122" v="597" actId="478"/>
          <ac:picMkLst>
            <pc:docMk/>
            <pc:sldMk cId="0" sldId="264"/>
            <ac:picMk id="32" creationId="{6786AE3D-A4D8-00BB-A7F8-7707E0C74CE9}"/>
          </ac:picMkLst>
        </pc:picChg>
        <pc:picChg chg="add mod">
          <ac:chgData name="WONG OI NING" userId="7fb1972a-ee3c-45cd-be73-25eea1bd7ac4" providerId="ADAL" clId="{925DBCFB-7C99-4CEC-B038-E845E1BB0062}" dt="2026-05-31T08:46:02.999" v="600" actId="1076"/>
          <ac:picMkLst>
            <pc:docMk/>
            <pc:sldMk cId="0" sldId="264"/>
            <ac:picMk id="34" creationId="{2591BB4A-4450-99F9-9DA9-EE1108055DCF}"/>
          </ac:picMkLst>
        </pc:picChg>
      </pc:sldChg>
      <pc:sldChg chg="addSp delSp modSp mod modClrScheme chgLayout">
        <pc:chgData name="WONG OI NING" userId="7fb1972a-ee3c-45cd-be73-25eea1bd7ac4" providerId="ADAL" clId="{925DBCFB-7C99-4CEC-B038-E845E1BB0062}" dt="2026-05-31T09:19:40.653" v="1085"/>
        <pc:sldMkLst>
          <pc:docMk/>
          <pc:sldMk cId="0" sldId="265"/>
        </pc:sldMkLst>
        <pc:spChg chg="del">
          <ac:chgData name="WONG OI NING" userId="7fb1972a-ee3c-45cd-be73-25eea1bd7ac4" providerId="ADAL" clId="{925DBCFB-7C99-4CEC-B038-E845E1BB0062}" dt="2026-05-31T09:02:47.511" v="1029" actId="478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WONG OI NING" userId="7fb1972a-ee3c-45cd-be73-25eea1bd7ac4" providerId="ADAL" clId="{925DBCFB-7C99-4CEC-B038-E845E1BB0062}" dt="2026-05-31T09:02:46.061" v="1028" actId="478"/>
          <ac:spMkLst>
            <pc:docMk/>
            <pc:sldMk cId="0" sldId="265"/>
            <ac:spMk id="3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8:50:46.199" v="719" actId="6549"/>
          <ac:spMkLst>
            <pc:docMk/>
            <pc:sldMk cId="0" sldId="265"/>
            <ac:spMk id="12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9:13:14.174" v="1079"/>
          <ac:spMkLst>
            <pc:docMk/>
            <pc:sldMk cId="0" sldId="265"/>
            <ac:spMk id="13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9:19:40.653" v="1085"/>
          <ac:spMkLst>
            <pc:docMk/>
            <pc:sldMk cId="0" sldId="265"/>
            <ac:spMk id="28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8:50:09.888" v="718" actId="20577"/>
          <ac:spMkLst>
            <pc:docMk/>
            <pc:sldMk cId="0" sldId="265"/>
            <ac:spMk id="32" creationId="{00000000-0000-0000-0000-000000000000}"/>
          </ac:spMkLst>
        </pc:spChg>
        <pc:spChg chg="add mod ord">
          <ac:chgData name="WONG OI NING" userId="7fb1972a-ee3c-45cd-be73-25eea1bd7ac4" providerId="ADAL" clId="{925DBCFB-7C99-4CEC-B038-E845E1BB0062}" dt="2026-05-31T09:02:53.046" v="1034" actId="27636"/>
          <ac:spMkLst>
            <pc:docMk/>
            <pc:sldMk cId="0" sldId="265"/>
            <ac:spMk id="34" creationId="{885CD692-D26B-2BBF-F856-0236A1859096}"/>
          </ac:spMkLst>
        </pc:spChg>
        <pc:spChg chg="add del mod ord">
          <ac:chgData name="WONG OI NING" userId="7fb1972a-ee3c-45cd-be73-25eea1bd7ac4" providerId="ADAL" clId="{925DBCFB-7C99-4CEC-B038-E845E1BB0062}" dt="2026-05-31T09:03:03.719" v="1035" actId="478"/>
          <ac:spMkLst>
            <pc:docMk/>
            <pc:sldMk cId="0" sldId="265"/>
            <ac:spMk id="35" creationId="{E86796D0-CBCE-FECD-49F9-2735FA1FAFA6}"/>
          </ac:spMkLst>
        </pc:spChg>
      </pc:sldChg>
      <pc:sldChg chg="addSp delSp modSp del mod modClrScheme chgLayout">
        <pc:chgData name="WONG OI NING" userId="7fb1972a-ee3c-45cd-be73-25eea1bd7ac4" providerId="ADAL" clId="{925DBCFB-7C99-4CEC-B038-E845E1BB0062}" dt="2026-05-31T08:57:59.529" v="954" actId="47"/>
        <pc:sldMkLst>
          <pc:docMk/>
          <pc:sldMk cId="0" sldId="266"/>
        </pc:sldMkLst>
        <pc:spChg chg="mod">
          <ac:chgData name="WONG OI NING" userId="7fb1972a-ee3c-45cd-be73-25eea1bd7ac4" providerId="ADAL" clId="{925DBCFB-7C99-4CEC-B038-E845E1BB0062}" dt="2026-05-31T08:55:34.093" v="918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8:53:21.477" v="880" actId="20577"/>
          <ac:spMkLst>
            <pc:docMk/>
            <pc:sldMk cId="0" sldId="266"/>
            <ac:spMk id="5" creationId="{00000000-0000-0000-0000-000000000000}"/>
          </ac:spMkLst>
        </pc:spChg>
        <pc:spChg chg="mod">
          <ac:chgData name="WONG OI NING" userId="7fb1972a-ee3c-45cd-be73-25eea1bd7ac4" providerId="ADAL" clId="{925DBCFB-7C99-4CEC-B038-E845E1BB0062}" dt="2026-05-31T08:54:02.302" v="884" actId="20577"/>
          <ac:spMkLst>
            <pc:docMk/>
            <pc:sldMk cId="0" sldId="266"/>
            <ac:spMk id="11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8:53:50.495" v="883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8:53:48.784" v="882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8:53:46.055" v="881" actId="478"/>
          <ac:spMkLst>
            <pc:docMk/>
            <pc:sldMk cId="0" sldId="266"/>
            <ac:spMk id="15" creationId="{00000000-0000-0000-0000-000000000000}"/>
          </ac:spMkLst>
        </pc:spChg>
        <pc:spChg chg="del">
          <ac:chgData name="WONG OI NING" userId="7fb1972a-ee3c-45cd-be73-25eea1bd7ac4" providerId="ADAL" clId="{925DBCFB-7C99-4CEC-B038-E845E1BB0062}" dt="2026-05-31T08:55:29.661" v="917" actId="478"/>
          <ac:spMkLst>
            <pc:docMk/>
            <pc:sldMk cId="0" sldId="266"/>
            <ac:spMk id="16" creationId="{00000000-0000-0000-0000-000000000000}"/>
          </ac:spMkLst>
        </pc:spChg>
        <pc:spChg chg="add mod ord">
          <ac:chgData name="WONG OI NING" userId="7fb1972a-ee3c-45cd-be73-25eea1bd7ac4" providerId="ADAL" clId="{925DBCFB-7C99-4CEC-B038-E845E1BB0062}" dt="2026-05-31T08:55:18.147" v="916" actId="700"/>
          <ac:spMkLst>
            <pc:docMk/>
            <pc:sldMk cId="0" sldId="266"/>
            <ac:spMk id="18" creationId="{EC274E0E-0D7C-9996-9C4A-997C6F6C8B11}"/>
          </ac:spMkLst>
        </pc:spChg>
        <pc:spChg chg="add del mod ord">
          <ac:chgData name="WONG OI NING" userId="7fb1972a-ee3c-45cd-be73-25eea1bd7ac4" providerId="ADAL" clId="{925DBCFB-7C99-4CEC-B038-E845E1BB0062}" dt="2026-05-31T08:56:16.330" v="934" actId="478"/>
          <ac:spMkLst>
            <pc:docMk/>
            <pc:sldMk cId="0" sldId="266"/>
            <ac:spMk id="19" creationId="{9163A57A-76EF-7BDD-7B31-A1B86F3D37E7}"/>
          </ac:spMkLst>
        </pc:spChg>
      </pc:sldChg>
      <pc:sldChg chg="delSp modSp add mod setBg">
        <pc:chgData name="WONG OI NING" userId="7fb1972a-ee3c-45cd-be73-25eea1bd7ac4" providerId="ADAL" clId="{925DBCFB-7C99-4CEC-B038-E845E1BB0062}" dt="2026-05-31T08:55:07.391" v="915" actId="403"/>
        <pc:sldMkLst>
          <pc:docMk/>
          <pc:sldMk cId="1578119655" sldId="267"/>
        </pc:sldMkLst>
        <pc:spChg chg="mod">
          <ac:chgData name="WONG OI NING" userId="7fb1972a-ee3c-45cd-be73-25eea1bd7ac4" providerId="ADAL" clId="{925DBCFB-7C99-4CEC-B038-E845E1BB0062}" dt="2026-05-31T08:55:07.391" v="915" actId="403"/>
          <ac:spMkLst>
            <pc:docMk/>
            <pc:sldMk cId="1578119655" sldId="267"/>
            <ac:spMk id="3" creationId="{E3466841-F964-C7DA-C9A9-623124D71912}"/>
          </ac:spMkLst>
        </pc:spChg>
        <pc:spChg chg="del mod">
          <ac:chgData name="WONG OI NING" userId="7fb1972a-ee3c-45cd-be73-25eea1bd7ac4" providerId="ADAL" clId="{925DBCFB-7C99-4CEC-B038-E845E1BB0062}" dt="2026-05-31T08:54:39.674" v="894" actId="478"/>
          <ac:spMkLst>
            <pc:docMk/>
            <pc:sldMk cId="1578119655" sldId="267"/>
            <ac:spMk id="4" creationId="{AE9B0C50-FBC1-6327-50F4-CBE0D90275FB}"/>
          </ac:spMkLst>
        </pc:spChg>
        <pc:spChg chg="del">
          <ac:chgData name="WONG OI NING" userId="7fb1972a-ee3c-45cd-be73-25eea1bd7ac4" providerId="ADAL" clId="{925DBCFB-7C99-4CEC-B038-E845E1BB0062}" dt="2026-05-31T08:54:41.034" v="895" actId="478"/>
          <ac:spMkLst>
            <pc:docMk/>
            <pc:sldMk cId="1578119655" sldId="267"/>
            <ac:spMk id="5" creationId="{9DEA12E7-FE5E-286C-9F06-492507901B35}"/>
          </ac:spMkLst>
        </pc:spChg>
        <pc:spChg chg="del">
          <ac:chgData name="WONG OI NING" userId="7fb1972a-ee3c-45cd-be73-25eea1bd7ac4" providerId="ADAL" clId="{925DBCFB-7C99-4CEC-B038-E845E1BB0062}" dt="2026-05-31T08:54:42.222" v="896" actId="478"/>
          <ac:spMkLst>
            <pc:docMk/>
            <pc:sldMk cId="1578119655" sldId="267"/>
            <ac:spMk id="6" creationId="{5594A3C2-DC5C-C529-617C-71673019A7B6}"/>
          </ac:spMkLst>
        </pc:spChg>
        <pc:spChg chg="del">
          <ac:chgData name="WONG OI NING" userId="7fb1972a-ee3c-45cd-be73-25eea1bd7ac4" providerId="ADAL" clId="{925DBCFB-7C99-4CEC-B038-E845E1BB0062}" dt="2026-05-31T08:54:31.779" v="888" actId="478"/>
          <ac:spMkLst>
            <pc:docMk/>
            <pc:sldMk cId="1578119655" sldId="267"/>
            <ac:spMk id="7" creationId="{C3814E3B-2994-CFB9-2CAB-17D8798EDCAD}"/>
          </ac:spMkLst>
        </pc:spChg>
        <pc:spChg chg="del">
          <ac:chgData name="WONG OI NING" userId="7fb1972a-ee3c-45cd-be73-25eea1bd7ac4" providerId="ADAL" clId="{925DBCFB-7C99-4CEC-B038-E845E1BB0062}" dt="2026-05-31T08:54:34.310" v="889" actId="478"/>
          <ac:spMkLst>
            <pc:docMk/>
            <pc:sldMk cId="1578119655" sldId="267"/>
            <ac:spMk id="8" creationId="{B948BC2E-8ACE-AE6A-121A-611920B6777F}"/>
          </ac:spMkLst>
        </pc:spChg>
        <pc:spChg chg="del mod">
          <ac:chgData name="WONG OI NING" userId="7fb1972a-ee3c-45cd-be73-25eea1bd7ac4" providerId="ADAL" clId="{925DBCFB-7C99-4CEC-B038-E845E1BB0062}" dt="2026-05-31T08:54:35.904" v="891" actId="478"/>
          <ac:spMkLst>
            <pc:docMk/>
            <pc:sldMk cId="1578119655" sldId="267"/>
            <ac:spMk id="9" creationId="{F53B041B-7FE9-6E6E-CDEB-DF31A2B65E34}"/>
          </ac:spMkLst>
        </pc:spChg>
        <pc:spChg chg="mod">
          <ac:chgData name="WONG OI NING" userId="7fb1972a-ee3c-45cd-be73-25eea1bd7ac4" providerId="ADAL" clId="{925DBCFB-7C99-4CEC-B038-E845E1BB0062}" dt="2026-05-31T08:54:29.920" v="887" actId="6549"/>
          <ac:spMkLst>
            <pc:docMk/>
            <pc:sldMk cId="1578119655" sldId="267"/>
            <ac:spMk id="10" creationId="{D347748D-4F9D-62B7-98ED-6E03B6AAA4A1}"/>
          </ac:spMkLst>
        </pc:spChg>
        <pc:spChg chg="del">
          <ac:chgData name="WONG OI NING" userId="7fb1972a-ee3c-45cd-be73-25eea1bd7ac4" providerId="ADAL" clId="{925DBCFB-7C99-4CEC-B038-E845E1BB0062}" dt="2026-05-31T08:54:36.967" v="892" actId="478"/>
          <ac:spMkLst>
            <pc:docMk/>
            <pc:sldMk cId="1578119655" sldId="267"/>
            <ac:spMk id="11" creationId="{69E4DECE-1729-50BD-4A35-9BE43191619C}"/>
          </ac:spMkLst>
        </pc:spChg>
        <pc:spChg chg="del">
          <ac:chgData name="WONG OI NING" userId="7fb1972a-ee3c-45cd-be73-25eea1bd7ac4" providerId="ADAL" clId="{925DBCFB-7C99-4CEC-B038-E845E1BB0062}" dt="2026-05-31T08:54:29.437" v="886" actId="478"/>
          <ac:spMkLst>
            <pc:docMk/>
            <pc:sldMk cId="1578119655" sldId="267"/>
            <ac:spMk id="12" creationId="{8A518C27-DB7E-9DA7-7CC6-714AB016D562}"/>
          </ac:spMkLst>
        </pc:spChg>
      </pc:sldChg>
      <pc:sldChg chg="addSp delSp modSp new mod chgLayout">
        <pc:chgData name="WONG OI NING" userId="7fb1972a-ee3c-45cd-be73-25eea1bd7ac4" providerId="ADAL" clId="{925DBCFB-7C99-4CEC-B038-E845E1BB0062}" dt="2026-05-31T09:03:24.023" v="1040" actId="478"/>
        <pc:sldMkLst>
          <pc:docMk/>
          <pc:sldMk cId="3897671950" sldId="268"/>
        </pc:sldMkLst>
        <pc:spChg chg="del mod">
          <ac:chgData name="WONG OI NING" userId="7fb1972a-ee3c-45cd-be73-25eea1bd7ac4" providerId="ADAL" clId="{925DBCFB-7C99-4CEC-B038-E845E1BB0062}" dt="2026-05-31T09:03:15.952" v="1037" actId="478"/>
          <ac:spMkLst>
            <pc:docMk/>
            <pc:sldMk cId="3897671950" sldId="268"/>
            <ac:spMk id="2" creationId="{D93E96C4-207B-ED2E-B400-1A6E95CAF593}"/>
          </ac:spMkLst>
        </pc:spChg>
        <pc:spChg chg="del">
          <ac:chgData name="WONG OI NING" userId="7fb1972a-ee3c-45cd-be73-25eea1bd7ac4" providerId="ADAL" clId="{925DBCFB-7C99-4CEC-B038-E845E1BB0062}" dt="2026-05-31T08:56:39.619" v="936" actId="478"/>
          <ac:spMkLst>
            <pc:docMk/>
            <pc:sldMk cId="3897671950" sldId="268"/>
            <ac:spMk id="3" creationId="{32FAAFE1-E10C-A5D0-1778-DF3061DDFF93}"/>
          </ac:spMkLst>
        </pc:spChg>
        <pc:spChg chg="add mod">
          <ac:chgData name="WONG OI NING" userId="7fb1972a-ee3c-45cd-be73-25eea1bd7ac4" providerId="ADAL" clId="{925DBCFB-7C99-4CEC-B038-E845E1BB0062}" dt="2026-05-31T08:56:30.450" v="935"/>
          <ac:spMkLst>
            <pc:docMk/>
            <pc:sldMk cId="3897671950" sldId="268"/>
            <ac:spMk id="4" creationId="{9A38BB20-CAC3-0154-5BD6-C90E029857AE}"/>
          </ac:spMkLst>
        </pc:spChg>
        <pc:spChg chg="add mod">
          <ac:chgData name="WONG OI NING" userId="7fb1972a-ee3c-45cd-be73-25eea1bd7ac4" providerId="ADAL" clId="{925DBCFB-7C99-4CEC-B038-E845E1BB0062}" dt="2026-05-31T08:57:08.613" v="943" actId="403"/>
          <ac:spMkLst>
            <pc:docMk/>
            <pc:sldMk cId="3897671950" sldId="268"/>
            <ac:spMk id="5" creationId="{03B2214C-3917-D121-E433-2F7F3F1946A3}"/>
          </ac:spMkLst>
        </pc:spChg>
        <pc:spChg chg="add mod">
          <ac:chgData name="WONG OI NING" userId="7fb1972a-ee3c-45cd-be73-25eea1bd7ac4" providerId="ADAL" clId="{925DBCFB-7C99-4CEC-B038-E845E1BB0062}" dt="2026-05-31T08:57:22.441" v="948" actId="403"/>
          <ac:spMkLst>
            <pc:docMk/>
            <pc:sldMk cId="3897671950" sldId="268"/>
            <ac:spMk id="6" creationId="{25417D33-6B3F-F826-AF73-F31DFEDEE494}"/>
          </ac:spMkLst>
        </pc:spChg>
        <pc:spChg chg="add mod">
          <ac:chgData name="WONG OI NING" userId="7fb1972a-ee3c-45cd-be73-25eea1bd7ac4" providerId="ADAL" clId="{925DBCFB-7C99-4CEC-B038-E845E1BB0062}" dt="2026-05-31T08:57:29.611" v="949" actId="1076"/>
          <ac:spMkLst>
            <pc:docMk/>
            <pc:sldMk cId="3897671950" sldId="268"/>
            <ac:spMk id="7" creationId="{4E904182-9FC4-6BDA-C3D2-50AF4B0FC2BE}"/>
          </ac:spMkLst>
        </pc:spChg>
        <pc:spChg chg="add mod">
          <ac:chgData name="WONG OI NING" userId="7fb1972a-ee3c-45cd-be73-25eea1bd7ac4" providerId="ADAL" clId="{925DBCFB-7C99-4CEC-B038-E845E1BB0062}" dt="2026-05-31T08:57:29.611" v="949" actId="1076"/>
          <ac:spMkLst>
            <pc:docMk/>
            <pc:sldMk cId="3897671950" sldId="268"/>
            <ac:spMk id="8" creationId="{0E4FA475-BBAB-5D31-719A-E4B5168F52A5}"/>
          </ac:spMkLst>
        </pc:spChg>
        <pc:spChg chg="add mod">
          <ac:chgData name="WONG OI NING" userId="7fb1972a-ee3c-45cd-be73-25eea1bd7ac4" providerId="ADAL" clId="{925DBCFB-7C99-4CEC-B038-E845E1BB0062}" dt="2026-05-31T08:57:37.051" v="951" actId="14100"/>
          <ac:spMkLst>
            <pc:docMk/>
            <pc:sldMk cId="3897671950" sldId="268"/>
            <ac:spMk id="9" creationId="{B58BDFDA-C899-F1A9-428F-0E58F0A3AD92}"/>
          </ac:spMkLst>
        </pc:spChg>
        <pc:spChg chg="add mod">
          <ac:chgData name="WONG OI NING" userId="7fb1972a-ee3c-45cd-be73-25eea1bd7ac4" providerId="ADAL" clId="{925DBCFB-7C99-4CEC-B038-E845E1BB0062}" dt="2026-05-31T08:57:49.553" v="952" actId="1076"/>
          <ac:spMkLst>
            <pc:docMk/>
            <pc:sldMk cId="3897671950" sldId="268"/>
            <ac:spMk id="10" creationId="{63CE9F64-492A-491E-ECF2-711037125A2E}"/>
          </ac:spMkLst>
        </pc:spChg>
        <pc:spChg chg="add mod">
          <ac:chgData name="WONG OI NING" userId="7fb1972a-ee3c-45cd-be73-25eea1bd7ac4" providerId="ADAL" clId="{925DBCFB-7C99-4CEC-B038-E845E1BB0062}" dt="2026-05-31T08:57:49.553" v="952" actId="1076"/>
          <ac:spMkLst>
            <pc:docMk/>
            <pc:sldMk cId="3897671950" sldId="268"/>
            <ac:spMk id="11" creationId="{4B04B14C-58F8-457F-034E-2AB3ECE04F11}"/>
          </ac:spMkLst>
        </pc:spChg>
        <pc:spChg chg="add mod">
          <ac:chgData name="WONG OI NING" userId="7fb1972a-ee3c-45cd-be73-25eea1bd7ac4" providerId="ADAL" clId="{925DBCFB-7C99-4CEC-B038-E845E1BB0062}" dt="2026-05-31T08:57:53.598" v="953" actId="403"/>
          <ac:spMkLst>
            <pc:docMk/>
            <pc:sldMk cId="3897671950" sldId="268"/>
            <ac:spMk id="12" creationId="{2D2103B8-FEA6-2FD1-915D-F8D1D90F1FE7}"/>
          </ac:spMkLst>
        </pc:spChg>
        <pc:spChg chg="add mod">
          <ac:chgData name="WONG OI NING" userId="7fb1972a-ee3c-45cd-be73-25eea1bd7ac4" providerId="ADAL" clId="{925DBCFB-7C99-4CEC-B038-E845E1BB0062}" dt="2026-05-31T08:57:29.611" v="949" actId="1076"/>
          <ac:spMkLst>
            <pc:docMk/>
            <pc:sldMk cId="3897671950" sldId="268"/>
            <ac:spMk id="13" creationId="{8585A4CE-B67A-363F-C4C7-A0A79022F20A}"/>
          </ac:spMkLst>
        </pc:spChg>
        <pc:spChg chg="add mod ord">
          <ac:chgData name="WONG OI NING" userId="7fb1972a-ee3c-45cd-be73-25eea1bd7ac4" providerId="ADAL" clId="{925DBCFB-7C99-4CEC-B038-E845E1BB0062}" dt="2026-05-31T09:03:21.633" v="1039"/>
          <ac:spMkLst>
            <pc:docMk/>
            <pc:sldMk cId="3897671950" sldId="268"/>
            <ac:spMk id="14" creationId="{9691CF11-788C-F971-3E8F-EA0A7BC221B3}"/>
          </ac:spMkLst>
        </pc:spChg>
        <pc:spChg chg="add del mod ord">
          <ac:chgData name="WONG OI NING" userId="7fb1972a-ee3c-45cd-be73-25eea1bd7ac4" providerId="ADAL" clId="{925DBCFB-7C99-4CEC-B038-E845E1BB0062}" dt="2026-05-31T09:03:24.023" v="1040" actId="478"/>
          <ac:spMkLst>
            <pc:docMk/>
            <pc:sldMk cId="3897671950" sldId="268"/>
            <ac:spMk id="15" creationId="{AF46A7F0-1D2F-DB5B-153D-4110D10C9412}"/>
          </ac:spMkLst>
        </pc:spChg>
      </pc:sldChg>
      <pc:sldMasterChg chg="addSp modSp mod modSldLayout">
        <pc:chgData name="WONG OI NING" userId="7fb1972a-ee3c-45cd-be73-25eea1bd7ac4" providerId="ADAL" clId="{925DBCFB-7C99-4CEC-B038-E845E1BB0062}" dt="2026-05-31T08:58:27.476" v="957" actId="14100"/>
        <pc:sldMasterMkLst>
          <pc:docMk/>
          <pc:sldMasterMk cId="2066607282" sldId="2147483861"/>
        </pc:sldMasterMkLst>
        <pc:spChg chg="mod ord">
          <ac:chgData name="WONG OI NING" userId="7fb1972a-ee3c-45cd-be73-25eea1bd7ac4" providerId="ADAL" clId="{925DBCFB-7C99-4CEC-B038-E845E1BB0062}" dt="2026-05-31T05:27:06.097" v="112" actId="14100"/>
          <ac:spMkLst>
            <pc:docMk/>
            <pc:sldMasterMk cId="2066607282" sldId="2147483861"/>
            <ac:spMk id="2" creationId="{161AFF85-9500-967C-D16B-3DFDCAA4B180}"/>
          </ac:spMkLst>
        </pc:spChg>
        <pc:spChg chg="mod">
          <ac:chgData name="WONG OI NING" userId="7fb1972a-ee3c-45cd-be73-25eea1bd7ac4" providerId="ADAL" clId="{925DBCFB-7C99-4CEC-B038-E845E1BB0062}" dt="2026-05-31T05:27:18.872" v="115" actId="14100"/>
          <ac:spMkLst>
            <pc:docMk/>
            <pc:sldMasterMk cId="2066607282" sldId="2147483861"/>
            <ac:spMk id="3" creationId="{59860660-9553-546A-4FA2-79704AE34C38}"/>
          </ac:spMkLst>
        </pc:spChg>
        <pc:spChg chg="add mod">
          <ac:chgData name="WONG OI NING" userId="7fb1972a-ee3c-45cd-be73-25eea1bd7ac4" providerId="ADAL" clId="{925DBCFB-7C99-4CEC-B038-E845E1BB0062}" dt="2026-05-31T05:27:10.492" v="113" actId="14100"/>
          <ac:spMkLst>
            <pc:docMk/>
            <pc:sldMasterMk cId="2066607282" sldId="2147483861"/>
            <ac:spMk id="7" creationId="{9E26DADD-880B-32C2-4E20-6EDDA07B2C6C}"/>
          </ac:spMkLst>
        </pc:spChg>
        <pc:sldLayoutChg chg="modSp mod">
          <pc:chgData name="WONG OI NING" userId="7fb1972a-ee3c-45cd-be73-25eea1bd7ac4" providerId="ADAL" clId="{925DBCFB-7C99-4CEC-B038-E845E1BB0062}" dt="2026-05-31T08:58:27.476" v="957" actId="14100"/>
          <pc:sldLayoutMkLst>
            <pc:docMk/>
            <pc:sldMasterMk cId="2066607282" sldId="2147483861"/>
            <pc:sldLayoutMk cId="2846865356" sldId="2147483863"/>
          </pc:sldLayoutMkLst>
          <pc:spChg chg="mod">
            <ac:chgData name="WONG OI NING" userId="7fb1972a-ee3c-45cd-be73-25eea1bd7ac4" providerId="ADAL" clId="{925DBCFB-7C99-4CEC-B038-E845E1BB0062}" dt="2026-05-31T08:58:27.476" v="957" actId="14100"/>
            <ac:spMkLst>
              <pc:docMk/>
              <pc:sldMasterMk cId="2066607282" sldId="2147483861"/>
              <pc:sldLayoutMk cId="2846865356" sldId="2147483863"/>
              <ac:spMk id="2" creationId="{04055C5B-BB0D-E9E4-3994-CB980EB29DD4}"/>
            </ac:spMkLst>
          </pc:spChg>
        </pc:sldLayoutChg>
        <pc:sldLayoutChg chg="modSp mod">
          <pc:chgData name="WONG OI NING" userId="7fb1972a-ee3c-45cd-be73-25eea1bd7ac4" providerId="ADAL" clId="{925DBCFB-7C99-4CEC-B038-E845E1BB0062}" dt="2026-05-31T05:27:37.968" v="117" actId="14100"/>
          <pc:sldLayoutMkLst>
            <pc:docMk/>
            <pc:sldMasterMk cId="2066607282" sldId="2147483861"/>
            <pc:sldLayoutMk cId="2132168447" sldId="2147483865"/>
          </pc:sldLayoutMkLst>
          <pc:spChg chg="mod">
            <ac:chgData name="WONG OI NING" userId="7fb1972a-ee3c-45cd-be73-25eea1bd7ac4" providerId="ADAL" clId="{925DBCFB-7C99-4CEC-B038-E845E1BB0062}" dt="2026-05-31T05:26:49.930" v="106" actId="1076"/>
            <ac:spMkLst>
              <pc:docMk/>
              <pc:sldMasterMk cId="2066607282" sldId="2147483861"/>
              <pc:sldLayoutMk cId="2132168447" sldId="2147483865"/>
              <ac:spMk id="2" creationId="{25C7681B-B639-78F9-3DCA-2390D0643267}"/>
            </ac:spMkLst>
          </pc:spChg>
          <pc:spChg chg="mod">
            <ac:chgData name="WONG OI NING" userId="7fb1972a-ee3c-45cd-be73-25eea1bd7ac4" providerId="ADAL" clId="{925DBCFB-7C99-4CEC-B038-E845E1BB0062}" dt="2026-05-31T05:27:34.915" v="116" actId="14100"/>
            <ac:spMkLst>
              <pc:docMk/>
              <pc:sldMasterMk cId="2066607282" sldId="2147483861"/>
              <pc:sldLayoutMk cId="2132168447" sldId="2147483865"/>
              <ac:spMk id="3" creationId="{0B4DB4F2-0FC7-9196-4FD3-1DCC9661F5D7}"/>
            </ac:spMkLst>
          </pc:spChg>
          <pc:spChg chg="mod">
            <ac:chgData name="WONG OI NING" userId="7fb1972a-ee3c-45cd-be73-25eea1bd7ac4" providerId="ADAL" clId="{925DBCFB-7C99-4CEC-B038-E845E1BB0062}" dt="2026-05-31T05:27:37.968" v="117" actId="14100"/>
            <ac:spMkLst>
              <pc:docMk/>
              <pc:sldMasterMk cId="2066607282" sldId="2147483861"/>
              <pc:sldLayoutMk cId="2132168447" sldId="2147483865"/>
              <ac:spMk id="4" creationId="{71294375-6045-B789-A1C6-26DEBE3E4BA9}"/>
            </ac:spMkLst>
          </pc:spChg>
        </pc:sldLayoutChg>
      </pc:sldMasterChg>
      <pc:sldMasterChg chg="del delSldLayout">
        <pc:chgData name="WONG OI NING" userId="7fb1972a-ee3c-45cd-be73-25eea1bd7ac4" providerId="ADAL" clId="{925DBCFB-7C99-4CEC-B038-E845E1BB0062}" dt="2026-05-31T05:24:04.011" v="55" actId="700"/>
        <pc:sldMasterMkLst>
          <pc:docMk/>
          <pc:sldMasterMk cId="2523711994" sldId="2147483918"/>
        </pc:sldMasterMkLst>
        <pc:sldLayoutChg chg="del">
          <pc:chgData name="WONG OI NING" userId="7fb1972a-ee3c-45cd-be73-25eea1bd7ac4" providerId="ADAL" clId="{925DBCFB-7C99-4CEC-B038-E845E1BB0062}" dt="2026-05-31T05:24:04.011" v="55" actId="700"/>
          <pc:sldLayoutMkLst>
            <pc:docMk/>
            <pc:sldMasterMk cId="2523711994" sldId="2147483918"/>
            <pc:sldLayoutMk cId="4072965935" sldId="2147483919"/>
          </pc:sldLayoutMkLst>
        </pc:sldLayoutChg>
        <pc:sldLayoutChg chg="del">
          <pc:chgData name="WONG OI NING" userId="7fb1972a-ee3c-45cd-be73-25eea1bd7ac4" providerId="ADAL" clId="{925DBCFB-7C99-4CEC-B038-E845E1BB0062}" dt="2026-05-31T05:24:04.011" v="55" actId="700"/>
          <pc:sldLayoutMkLst>
            <pc:docMk/>
            <pc:sldMasterMk cId="2523711994" sldId="2147483918"/>
            <pc:sldLayoutMk cId="1562713008" sldId="2147483920"/>
          </pc:sldLayoutMkLst>
        </pc:sldLayoutChg>
        <pc:sldLayoutChg chg="del">
          <pc:chgData name="WONG OI NING" userId="7fb1972a-ee3c-45cd-be73-25eea1bd7ac4" providerId="ADAL" clId="{925DBCFB-7C99-4CEC-B038-E845E1BB0062}" dt="2026-05-31T05:24:04.011" v="55" actId="700"/>
          <pc:sldLayoutMkLst>
            <pc:docMk/>
            <pc:sldMasterMk cId="2523711994" sldId="2147483918"/>
            <pc:sldLayoutMk cId="2172006784" sldId="2147483921"/>
          </pc:sldLayoutMkLst>
        </pc:sldLayoutChg>
        <pc:sldLayoutChg chg="del">
          <pc:chgData name="WONG OI NING" userId="7fb1972a-ee3c-45cd-be73-25eea1bd7ac4" providerId="ADAL" clId="{925DBCFB-7C99-4CEC-B038-E845E1BB0062}" dt="2026-05-31T05:24:04.011" v="55" actId="700"/>
          <pc:sldLayoutMkLst>
            <pc:docMk/>
            <pc:sldMasterMk cId="2523711994" sldId="2147483918"/>
            <pc:sldLayoutMk cId="2462715342" sldId="2147483922"/>
          </pc:sldLayoutMkLst>
        </pc:sldLayoutChg>
        <pc:sldLayoutChg chg="del">
          <pc:chgData name="WONG OI NING" userId="7fb1972a-ee3c-45cd-be73-25eea1bd7ac4" providerId="ADAL" clId="{925DBCFB-7C99-4CEC-B038-E845E1BB0062}" dt="2026-05-31T05:24:04.011" v="55" actId="700"/>
          <pc:sldLayoutMkLst>
            <pc:docMk/>
            <pc:sldMasterMk cId="2523711994" sldId="2147483918"/>
            <pc:sldLayoutMk cId="2247896001" sldId="2147483923"/>
          </pc:sldLayoutMkLst>
        </pc:sldLayoutChg>
        <pc:sldLayoutChg chg="del">
          <pc:chgData name="WONG OI NING" userId="7fb1972a-ee3c-45cd-be73-25eea1bd7ac4" providerId="ADAL" clId="{925DBCFB-7C99-4CEC-B038-E845E1BB0062}" dt="2026-05-31T05:24:04.011" v="55" actId="700"/>
          <pc:sldLayoutMkLst>
            <pc:docMk/>
            <pc:sldMasterMk cId="2523711994" sldId="2147483918"/>
            <pc:sldLayoutMk cId="2460190810" sldId="2147483924"/>
          </pc:sldLayoutMkLst>
        </pc:sldLayoutChg>
        <pc:sldLayoutChg chg="del">
          <pc:chgData name="WONG OI NING" userId="7fb1972a-ee3c-45cd-be73-25eea1bd7ac4" providerId="ADAL" clId="{925DBCFB-7C99-4CEC-B038-E845E1BB0062}" dt="2026-05-31T05:24:04.011" v="55" actId="700"/>
          <pc:sldLayoutMkLst>
            <pc:docMk/>
            <pc:sldMasterMk cId="2523711994" sldId="2147483918"/>
            <pc:sldLayoutMk cId="4122290732" sldId="2147483925"/>
          </pc:sldLayoutMkLst>
        </pc:sldLayoutChg>
        <pc:sldLayoutChg chg="del">
          <pc:chgData name="WONG OI NING" userId="7fb1972a-ee3c-45cd-be73-25eea1bd7ac4" providerId="ADAL" clId="{925DBCFB-7C99-4CEC-B038-E845E1BB0062}" dt="2026-05-31T05:24:04.011" v="55" actId="700"/>
          <pc:sldLayoutMkLst>
            <pc:docMk/>
            <pc:sldMasterMk cId="2523711994" sldId="2147483918"/>
            <pc:sldLayoutMk cId="2844025113" sldId="2147483926"/>
          </pc:sldLayoutMkLst>
        </pc:sldLayoutChg>
        <pc:sldLayoutChg chg="del">
          <pc:chgData name="WONG OI NING" userId="7fb1972a-ee3c-45cd-be73-25eea1bd7ac4" providerId="ADAL" clId="{925DBCFB-7C99-4CEC-B038-E845E1BB0062}" dt="2026-05-31T05:24:04.011" v="55" actId="700"/>
          <pc:sldLayoutMkLst>
            <pc:docMk/>
            <pc:sldMasterMk cId="2523711994" sldId="2147483918"/>
            <pc:sldLayoutMk cId="4208948247" sldId="2147483927"/>
          </pc:sldLayoutMkLst>
        </pc:sldLayoutChg>
        <pc:sldLayoutChg chg="del">
          <pc:chgData name="WONG OI NING" userId="7fb1972a-ee3c-45cd-be73-25eea1bd7ac4" providerId="ADAL" clId="{925DBCFB-7C99-4CEC-B038-E845E1BB0062}" dt="2026-05-31T05:24:04.011" v="55" actId="700"/>
          <pc:sldLayoutMkLst>
            <pc:docMk/>
            <pc:sldMasterMk cId="2523711994" sldId="2147483918"/>
            <pc:sldLayoutMk cId="910402025" sldId="2147483928"/>
          </pc:sldLayoutMkLst>
        </pc:sldLayoutChg>
        <pc:sldLayoutChg chg="del">
          <pc:chgData name="WONG OI NING" userId="7fb1972a-ee3c-45cd-be73-25eea1bd7ac4" providerId="ADAL" clId="{925DBCFB-7C99-4CEC-B038-E845E1BB0062}" dt="2026-05-31T05:24:04.011" v="55" actId="700"/>
          <pc:sldLayoutMkLst>
            <pc:docMk/>
            <pc:sldMasterMk cId="2523711994" sldId="2147483918"/>
            <pc:sldLayoutMk cId="484104883" sldId="214748392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Positive Count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C08-42C5-9CAB-B68B3506D040}"/>
              </c:ext>
            </c:extLst>
          </c:dPt>
          <c:dPt>
            <c:idx val="6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C08-42C5-9CAB-B68B3506D04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工作表1!$A$2:$A$8</c:f>
              <c:strCache>
                <c:ptCount val="7"/>
                <c:pt idx="0">
                  <c:v>Urgency</c:v>
                </c:pt>
                <c:pt idx="1">
                  <c:v>Reciprocity</c:v>
                </c:pt>
                <c:pt idx="2">
                  <c:v>Authority</c:v>
                </c:pt>
                <c:pt idx="3">
                  <c:v>Liking</c:v>
                </c:pt>
                <c:pt idx="4">
                  <c:v>Fear</c:v>
                </c:pt>
                <c:pt idx="5">
                  <c:v>Scarcity</c:v>
                </c:pt>
                <c:pt idx="6">
                  <c:v>Social Proof</c:v>
                </c:pt>
              </c:strCache>
            </c:strRef>
          </c:cat>
          <c:val>
            <c:numRef>
              <c:f>工作表1!$B$2:$B$8</c:f>
              <c:numCache>
                <c:formatCode>General</c:formatCode>
                <c:ptCount val="7"/>
                <c:pt idx="0">
                  <c:v>678</c:v>
                </c:pt>
                <c:pt idx="1">
                  <c:v>607</c:v>
                </c:pt>
                <c:pt idx="2">
                  <c:v>421</c:v>
                </c:pt>
                <c:pt idx="3">
                  <c:v>342</c:v>
                </c:pt>
                <c:pt idx="4">
                  <c:v>319</c:v>
                </c:pt>
                <c:pt idx="5">
                  <c:v>214</c:v>
                </c:pt>
                <c:pt idx="6">
                  <c:v>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C08-42C5-9CAB-B68B3506D0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100"/>
        <c:axId val="1697148256"/>
        <c:axId val="1697145856"/>
      </c:barChart>
      <c:catAx>
        <c:axId val="16971482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7145856"/>
        <c:crosses val="autoZero"/>
        <c:auto val="1"/>
        <c:lblAlgn val="ctr"/>
        <c:lblOffset val="100"/>
        <c:noMultiLvlLbl val="0"/>
      </c:catAx>
      <c:valAx>
        <c:axId val="16971458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97148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77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DA11-C832-4668-7C30-5A8B993F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68A5D-E464-9508-D712-5437A0BE3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EE039-19A5-6C75-735E-243CB31DA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A2B9D-91B7-236D-A9C2-D1172E187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49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27155"/>
            <a:ext cx="7080026" cy="13716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8782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8060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4811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299337"/>
            <a:ext cx="3795373" cy="3044063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299337"/>
            <a:ext cx="3798499" cy="3044063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4220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300880"/>
            <a:ext cx="3816804" cy="3111577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300880"/>
            <a:ext cx="3816804" cy="3111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1785103"/>
            <a:ext cx="365725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376441"/>
            <a:ext cx="3671498" cy="4086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1785103"/>
            <a:ext cx="367149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1240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84751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7139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457200"/>
            <a:ext cx="4808943" cy="38862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3639"/>
            <a:ext cx="2780167" cy="251976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0692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457200"/>
            <a:ext cx="2688125" cy="39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572776"/>
            <a:ext cx="2456813" cy="368461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9445"/>
            <a:ext cx="4451212" cy="253210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454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410855"/>
            <a:ext cx="7606349" cy="2862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521257"/>
            <a:ext cx="7384010" cy="264425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65322" cy="51185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5357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1385"/>
            <a:ext cx="7765322" cy="112637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7149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9956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8265"/>
            <a:ext cx="7765322" cy="11171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15346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3487917"/>
            <a:ext cx="776414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92667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199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363661"/>
            <a:ext cx="2504979" cy="1385888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363661"/>
            <a:ext cx="2504979" cy="1385888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363661"/>
            <a:ext cx="2504979" cy="138588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454188"/>
            <a:ext cx="2319276" cy="12022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3360274"/>
            <a:ext cx="2475738" cy="98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22495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58864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457200"/>
            <a:ext cx="1713365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457200"/>
            <a:ext cx="5937654" cy="38862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54399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15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361EFA-422F-D7C0-43EF-98FC8B515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4494D68-ED16-190F-7B11-DCE668EF6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5B4F68-B6F4-D118-EAD6-0E8A89ED9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3E281-B222-4662-A52D-56DE5E6F7D5F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BD455F8-E15F-8A38-2FEF-C57AB2D79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B606D8-7C11-FCEE-6B75-413D77E1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B204-F303-489C-B0DB-4A61094D8B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157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055C5B-BB0D-E9E4-3994-CB980EB29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71" y="-9324"/>
            <a:ext cx="7685124" cy="589188"/>
          </a:xfrm>
        </p:spPr>
        <p:txBody>
          <a:bodyPr/>
          <a:lstStyle>
            <a:lvl1pPr>
              <a:defRPr sz="2400" b="1"/>
            </a:lvl1pPr>
          </a:lstStyle>
          <a:p>
            <a:r>
              <a:rPr lang="zh-TW" altLang="en-US" dirty="0"/>
              <a:t>按一下以編輯母片標題樣式</a:t>
            </a:r>
            <a:endParaRPr lang="en-GB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623CDC-FF09-8F3F-7323-11CEAD07D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ECB68-F047-A05E-C78D-3D9BDB957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3E281-B222-4662-A52D-56DE5E6F7D5F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BA6E069-7676-D8C4-2FBF-EA6BCAC5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639B40-583F-5CE2-B180-C393EC8D3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B204-F303-489C-B0DB-4A61094D8B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8653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BAC803-BBE5-5B89-3641-3F3E2DE8B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2E0E66B-7818-1456-11A5-54ABFDFEA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A8EC47-3B44-42FE-ABA7-A44CBFD8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3E281-B222-4662-A52D-56DE5E6F7D5F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D14214-9781-2251-227A-2B13E6B31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E33624-6886-8323-1727-C33826C1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B204-F303-489C-B0DB-4A61094D8B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666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C7681B-B639-78F9-3DCA-2390D0643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" y="-9325"/>
            <a:ext cx="7886700" cy="639369"/>
          </a:xfrm>
        </p:spPr>
        <p:txBody>
          <a:bodyPr>
            <a:normAutofit/>
          </a:bodyPr>
          <a:lstStyle>
            <a:lvl1pPr>
              <a:def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4DB4F2-0FC7-9196-4FD3-1DCC9661F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7629" y="836341"/>
            <a:ext cx="4247221" cy="37963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294375-6045-B789-A1C6-26DEBE3E4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836341"/>
            <a:ext cx="4297401" cy="37963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7B363AF-5D5A-2A8E-7C2B-B587E5B3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3E281-B222-4662-A52D-56DE5E6F7D5F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AD7437-031B-6587-F98D-3AEAEF91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DC7AED-D1E4-C5AB-4070-88F146929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B204-F303-489C-B0DB-4A61094D8B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1684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9CF14A-9BA5-2FF5-743E-DA7DEBD3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2A2612-0CAD-B954-2A4C-888466763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06698FC-CA5B-1882-AE48-A873B2A04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FD9C2E3-C2B1-208E-3899-665C2BF5F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292A5C6-694B-EAF9-9B55-EA9C1EB80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A1EEC67-133E-9DA2-378D-E9BC470A4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3E281-B222-4662-A52D-56DE5E6F7D5F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E80B77F-61B5-08B9-09B9-BA4ADE9E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90CA5F6-9D27-BC11-7DFA-E75832EA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B204-F303-489C-B0DB-4A61094D8B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9109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EC442E-6E5D-3D3A-0FCC-8F0D2C57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731926F-F22F-6839-5803-12FB3770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3E281-B222-4662-A52D-56DE5E6F7D5F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D231806-4C38-CF40-10A6-3E280057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AEB34D7-DB4E-64AC-0646-862CE9AF6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B204-F303-489C-B0DB-4A61094D8B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281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00514D2-72F0-8C1A-D34B-4AE37847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3E281-B222-4662-A52D-56DE5E6F7D5F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6519E4C-5BE7-AFD0-AB4B-084F1B1AB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43C621-406B-629C-4D32-E5E784E3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B204-F303-489C-B0DB-4A61094D8B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3300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4EBAD5-1A39-46F6-E11D-8CD75A33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5E4350-CDA6-1B56-C60B-F76D90BA0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C3910A7-2C99-31E3-D941-2B881E537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8EDF13-0700-2039-F2ED-352F1B1A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3E281-B222-4662-A52D-56DE5E6F7D5F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842BC7-D786-F565-951D-540A6867B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5EA091-4FAD-7866-BA7A-B45122FC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B204-F303-489C-B0DB-4A61094D8B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863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29878E-3FF0-B32C-E1F0-5890A8D58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CA99A51-952C-5A18-66F1-A81DE7572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9803FAC-13CF-0B3C-D888-A7410DC55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8C36C6-97CE-898E-E438-EA2F144F7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3E281-B222-4662-A52D-56DE5E6F7D5F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2F37D58-8F43-BB89-5094-5AF732CC2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776B60-0C03-73C1-925C-5CC04618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B204-F303-489C-B0DB-4A61094D8B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1875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B67B67-1AC0-869C-39C6-CB487563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885D982-E3D6-9EE7-E737-93D7C8D51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7E1B59-7726-3A98-7BB7-502FB1AC0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3E281-B222-4662-A52D-56DE5E6F7D5F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8D4317-1554-5749-9769-B17D2986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6E057D-0B46-2CEB-7CFC-ECFF7E8A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B204-F303-489C-B0DB-4A61094D8B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1234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025819D-1266-6219-2F8C-22296C4C9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42E1C9-3158-3BBE-0590-90ABCA8D1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2C988-B760-602B-81F6-F2BFD150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3E281-B222-4662-A52D-56DE5E6F7D5F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08018C-4B7A-1825-BA85-297BB5A6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CBABE4-F782-F4B8-6D3D-368CF1E0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B204-F303-489C-B0DB-4A61094D8B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7324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6452" y="841772"/>
            <a:ext cx="6751097" cy="17907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6452" y="2701528"/>
            <a:ext cx="6751097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1068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3949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492920"/>
            <a:ext cx="7300134" cy="2139553"/>
          </a:xfrm>
        </p:spPr>
        <p:txBody>
          <a:bodyPr anchor="b">
            <a:normAutofit/>
          </a:bodyPr>
          <a:lstStyle>
            <a:lvl1pPr>
              <a:defRPr sz="25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2701529"/>
            <a:ext cx="7300134" cy="112514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4313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1566240"/>
            <a:ext cx="3829503" cy="277716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1566240"/>
            <a:ext cx="3820616" cy="277716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0893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1"/>
            <a:ext cx="7765321" cy="99417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354" y="1566240"/>
            <a:ext cx="3659399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184174"/>
            <a:ext cx="3830406" cy="215922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1502" y="1566240"/>
            <a:ext cx="3649166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84174"/>
            <a:ext cx="3821518" cy="215922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3987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6575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8897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2949178" cy="1771650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457200"/>
            <a:ext cx="4642119" cy="3886200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228850"/>
            <a:ext cx="2949178" cy="2114549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1309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4447330" cy="177165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3" y="569161"/>
            <a:ext cx="2441517" cy="3662279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2228850"/>
            <a:ext cx="4451213" cy="211455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0598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3217030"/>
            <a:ext cx="7775673" cy="614516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465991"/>
            <a:ext cx="7775673" cy="2534801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74499" cy="511854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0949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25686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3153615"/>
            <a:ext cx="7765321" cy="119414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0174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20109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3153616"/>
            <a:ext cx="7765322" cy="118978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7459" y="55143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467" y="222907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07029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1595207"/>
            <a:ext cx="7766495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487917"/>
            <a:ext cx="7765322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9865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457201"/>
            <a:ext cx="7765322" cy="99417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66240"/>
            <a:ext cx="2474217" cy="61747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183718"/>
            <a:ext cx="2474217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1566240"/>
            <a:ext cx="2473919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183718"/>
            <a:ext cx="2474866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566240"/>
            <a:ext cx="2468408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183718"/>
            <a:ext cx="2468408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000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99417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146924"/>
            <a:ext cx="247421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1724240"/>
            <a:ext cx="2205038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3579121"/>
            <a:ext cx="2474216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146924"/>
            <a:ext cx="247423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1724240"/>
            <a:ext cx="2197894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79120"/>
            <a:ext cx="2475252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146924"/>
            <a:ext cx="2467425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1724240"/>
            <a:ext cx="2199085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3579121"/>
            <a:ext cx="2470694" cy="76427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6893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8140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0"/>
            <a:ext cx="1906993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457200"/>
            <a:ext cx="5744029" cy="38862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875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1159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  <p:sldLayoutId id="2147483860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860660-9553-546A-4FA2-79704AE34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718" y="833960"/>
            <a:ext cx="8437291" cy="3765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689960-DDC3-4DB7-107F-E6F2365ECE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3E281-B222-4662-A52D-56DE5E6F7D5F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0E82E6-5B90-C738-4FF0-4D350CD048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6B4202-4957-3096-51A8-B10E5CDF6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BB204-F303-489C-B0DB-4A61094D8B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26DADD-880B-32C2-4E20-6EDDA07B2C6C}"/>
              </a:ext>
            </a:extLst>
          </p:cNvPr>
          <p:cNvSpPr/>
          <p:nvPr userDrawn="1"/>
        </p:nvSpPr>
        <p:spPr>
          <a:xfrm>
            <a:off x="0" y="-9325"/>
            <a:ext cx="9144000" cy="5891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61AFF85-9500-967C-D16B-3DFDCAA4B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" y="-9324"/>
            <a:ext cx="7886700" cy="5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6607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72048"/>
            <a:ext cx="7765322" cy="2771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3634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888" r:id="rId15"/>
    <p:sldLayoutId id="2147483889" r:id="rId16"/>
    <p:sldLayoutId id="2147483890" r:id="rId17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73152" cy="2926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for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Psychological Triggers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Suspicious Emails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Wong Oi Ning  |  COMP3000HK  </a:t>
            </a:r>
            <a:r>
              <a:rPr lang="en-US" sz="16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June </a:t>
            </a: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Ivy Wong &amp; Dr. Beta Yip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518212"/>
            <a:ext cx="8229600" cy="602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“Is this phishing?” → “How is this email trying to influence me?”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群組 19">
            <a:extLst>
              <a:ext uri="{FF2B5EF4-FFF2-40B4-BE49-F238E27FC236}">
                <a16:creationId xmlns:a16="http://schemas.microsoft.com/office/drawing/2014/main" id="{EF58432A-7525-A702-EE67-A031148A5D83}"/>
              </a:ext>
            </a:extLst>
          </p:cNvPr>
          <p:cNvGrpSpPr/>
          <p:nvPr/>
        </p:nvGrpSpPr>
        <p:grpSpPr>
          <a:xfrm>
            <a:off x="297271" y="783557"/>
            <a:ext cx="4116094" cy="4099030"/>
            <a:chOff x="297271" y="783557"/>
            <a:chExt cx="4116094" cy="4099030"/>
          </a:xfrm>
        </p:grpSpPr>
        <p:sp>
          <p:nvSpPr>
            <p:cNvPr id="4" name="Shape 2"/>
            <p:cNvSpPr/>
            <p:nvPr/>
          </p:nvSpPr>
          <p:spPr>
            <a:xfrm>
              <a:off x="297918" y="783557"/>
              <a:ext cx="4114800" cy="409903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Shape 3"/>
            <p:cNvSpPr/>
            <p:nvPr/>
          </p:nvSpPr>
          <p:spPr>
            <a:xfrm>
              <a:off x="298565" y="795679"/>
              <a:ext cx="4114800" cy="73152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 4"/>
            <p:cNvSpPr/>
            <p:nvPr/>
          </p:nvSpPr>
          <p:spPr>
            <a:xfrm>
              <a:off x="309717" y="932098"/>
              <a:ext cx="38404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kern="0" spc="200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PROBLEM</a:t>
              </a:r>
              <a:endParaRPr lang="en-US" sz="13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97271" y="1369349"/>
              <a:ext cx="3840480" cy="32918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Phishing attacks exploit human psychology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— not technical vulnerabilities.
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Existing detection systems give a binary verdict: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Safe  or  Suspicious
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But they never explain </a:t>
              </a:r>
              <a:r>
                <a:rPr lang="en-US" sz="1400" i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</a:t>
              </a:r>
              <a:r>
                <a:rPr lang="en-US" sz="14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an email is dangerous or </a:t>
              </a:r>
              <a:r>
                <a:rPr lang="en-US" sz="1400" i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</a:t>
              </a:r>
              <a:r>
                <a:rPr lang="en-US" sz="14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it tries to manipulate you.</a:t>
              </a:r>
              <a:endParaRPr lang="en-US" sz="1400" dirty="0"/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177D0188-2848-BB4D-C22B-EA4435F34857}"/>
              </a:ext>
            </a:extLst>
          </p:cNvPr>
          <p:cNvGrpSpPr/>
          <p:nvPr/>
        </p:nvGrpSpPr>
        <p:grpSpPr>
          <a:xfrm>
            <a:off x="4731282" y="794938"/>
            <a:ext cx="4114800" cy="4114800"/>
            <a:chOff x="4663440" y="685800"/>
            <a:chExt cx="4114800" cy="4114800"/>
          </a:xfrm>
        </p:grpSpPr>
        <p:sp>
          <p:nvSpPr>
            <p:cNvPr id="8" name="Shape 6"/>
            <p:cNvSpPr/>
            <p:nvPr/>
          </p:nvSpPr>
          <p:spPr>
            <a:xfrm>
              <a:off x="4663440" y="685800"/>
              <a:ext cx="411480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Shape 7"/>
            <p:cNvSpPr/>
            <p:nvPr/>
          </p:nvSpPr>
          <p:spPr>
            <a:xfrm>
              <a:off x="4663440" y="685800"/>
              <a:ext cx="4114800" cy="73152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 8"/>
            <p:cNvSpPr/>
            <p:nvPr/>
          </p:nvSpPr>
          <p:spPr>
            <a:xfrm>
              <a:off x="4800600" y="822960"/>
              <a:ext cx="38404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kern="0" spc="200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AIM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800600" y="1261872"/>
              <a:ext cx="3840480" cy="32918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a system that identifies and explains </a:t>
              </a:r>
              <a:r>
                <a:rPr lang="en-US" sz="135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psychological triggers</a:t>
              </a:r>
              <a:r>
                <a:rPr lang="en-US" sz="13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in suspicious emails — providing per-trigger feedback to help users recognise manipulation tactics.
</a:t>
              </a:r>
              <a:endParaRPr lang="en-US" sz="1350" dirty="0"/>
            </a:p>
            <a:p>
              <a:pPr marL="0" indent="0">
                <a:buNone/>
              </a:pPr>
              <a:r>
                <a:rPr lang="en-US" sz="135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 a phishing detector.</a:t>
              </a:r>
              <a:endParaRPr lang="en-US" sz="1350" dirty="0"/>
            </a:p>
            <a:p>
              <a:pPr marL="0" indent="0">
                <a:buNone/>
              </a:pPr>
              <a:r>
                <a:rPr lang="en-US" sz="13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second-stage explainability tool that answers:
</a:t>
              </a:r>
              <a:endParaRPr lang="en-US" sz="1350" dirty="0"/>
            </a:p>
            <a:p>
              <a:pPr marL="0" indent="0">
                <a:buNone/>
              </a:pPr>
              <a:r>
                <a:rPr lang="en-US" sz="1350" i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"This email uses Fear + Authority + Urgency to pressure you into acting immediately."</a:t>
              </a:r>
              <a:endParaRPr lang="en-US" sz="1350" dirty="0"/>
            </a:p>
          </p:txBody>
        </p:sp>
      </p:grpSp>
      <p:sp>
        <p:nvSpPr>
          <p:cNvPr id="15" name="標題 14">
            <a:extLst>
              <a:ext uri="{FF2B5EF4-FFF2-40B4-BE49-F238E27FC236}">
                <a16:creationId xmlns:a16="http://schemas.microsoft.com/office/drawing/2014/main" id="{E723501F-2668-016E-D095-49C84FA80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&amp; Aim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53383" y="823192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53383" y="823192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44823" y="960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44823" y="153642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4823" y="193876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pressure to act immediately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45773" y="823192"/>
            <a:ext cx="197923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459359" y="832336"/>
            <a:ext cx="1965649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622263" y="960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💎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50488" y="153642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04768" y="1920472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availability or access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1438" y="823192"/>
            <a:ext cx="197923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751438" y="827764"/>
            <a:ext cx="1979235" cy="594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999703" y="960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08263" y="153642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08263" y="1937199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of trusted institutions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57103" y="823192"/>
            <a:ext cx="1883369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065952" y="833897"/>
            <a:ext cx="18745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285703" y="960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39983" y="153185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00653" y="1937199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 negative consequences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53383" y="2972032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53383" y="2972032"/>
            <a:ext cx="196596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44823" y="3109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44823" y="368526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44823" y="40876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Appeals to others' behaviour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30823" y="2972032"/>
            <a:ext cx="189418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530823" y="2972032"/>
            <a:ext cx="1894185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622263" y="3109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622263" y="368526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622263" y="40876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monetary or material offers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71103" y="2972032"/>
            <a:ext cx="195957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776679" y="2976381"/>
            <a:ext cx="1953994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999703" y="3109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999703" y="368526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99703" y="40876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Flattery and lifestyle aspiration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057103" y="2964338"/>
            <a:ext cx="1883369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7239983" y="3063472"/>
            <a:ext cx="1508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grounded in Cialdini’s 6 Principles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Fear added for phishing context</a:t>
            </a:r>
            <a:endParaRPr lang="en-US" sz="1100" dirty="0"/>
          </a:p>
        </p:txBody>
      </p:sp>
      <p:sp>
        <p:nvSpPr>
          <p:cNvPr id="41" name="標題 40">
            <a:extLst>
              <a:ext uri="{FF2B5EF4-FFF2-40B4-BE49-F238E27FC236}">
                <a16:creationId xmlns:a16="http://schemas.microsoft.com/office/drawing/2014/main" id="{2AC71C8F-AAC6-8A0A-DC9C-E21A76F5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7 Psychological Triggers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5760" y="658368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658368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468880" y="658368"/>
            <a:ext cx="19202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468880" y="74980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18,548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14264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658368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572000" y="658368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0" y="74980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0" y="14264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Training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658368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675120" y="658368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675120" y="74980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675120" y="14264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423160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02920" y="24505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3 sources (Hugging Face, University of Twente, monkey.org)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2807208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02920" y="28346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mbox → CSV via custom extract_body() function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191256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02920" y="321868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Standardise, deduplicate → 18,548 emails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3575304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02920" y="36027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Filter Phishing/Scam only → 1,001 emails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3959352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02920" y="398678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Preprocessing (URL/artefact removal) → 977 records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4343400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02920" y="43708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Manual annotation: 7 binary trigger labels per email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5488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</a:t>
            </a:r>
            <a:endParaRPr lang="en-US" sz="1200" dirty="0"/>
          </a:p>
        </p:txBody>
      </p:sp>
      <p:sp>
        <p:nvSpPr>
          <p:cNvPr id="35" name="標題 34">
            <a:extLst>
              <a:ext uri="{FF2B5EF4-FFF2-40B4-BE49-F238E27FC236}">
                <a16:creationId xmlns:a16="http://schemas.microsoft.com/office/drawing/2014/main" id="{31980AB3-0FFB-E3DD-A959-C157CAE2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Dataset &amp; Annotation</a:t>
            </a:r>
            <a:endParaRPr lang="en-GB" sz="2400" dirty="0"/>
          </a:p>
        </p:txBody>
      </p:sp>
      <p:graphicFrame>
        <p:nvGraphicFramePr>
          <p:cNvPr id="39" name="圖表 38">
            <a:extLst>
              <a:ext uri="{FF2B5EF4-FFF2-40B4-BE49-F238E27FC236}">
                <a16:creationId xmlns:a16="http://schemas.microsoft.com/office/drawing/2014/main" id="{8636F167-0ECB-5720-5448-39ED512B2D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7163564"/>
              </p:ext>
            </p:extLst>
          </p:nvPr>
        </p:nvGraphicFramePr>
        <p:xfrm>
          <a:off x="4787695" y="2423160"/>
          <a:ext cx="4356305" cy="2368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658368"/>
          <a:ext cx="5212080" cy="40233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Single Split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Macro F1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±SD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Rule-based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0.5208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Naive Bayes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0.5784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0.5536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0.0158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Logistic Reg.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0.6805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0.6315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0.0120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0.6985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0.6738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0.0108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SVM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0.7360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0.7211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0.0164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DistilBERT 5ep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0.6903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0.6899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0.0071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DistilBERT 10ep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0.6867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0.7107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0.0164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RoBERTa optim.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0.7293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0.6924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0.0162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RoBERTa ★ (final)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0.7129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0.7388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0.0105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715000" y="658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</a:t>
            </a:r>
            <a:r>
              <a:rPr lang="en-US" sz="1200" b="1" kern="0" spc="2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r>
              <a:rPr lang="en-US" sz="12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final model?</a:t>
            </a:r>
            <a:endParaRPr lang="en-US" sz="1200" dirty="0"/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7DC94EDA-D80F-02C6-CE50-464B8A2A7B29}"/>
              </a:ext>
            </a:extLst>
          </p:cNvPr>
          <p:cNvGrpSpPr/>
          <p:nvPr/>
        </p:nvGrpSpPr>
        <p:grpSpPr>
          <a:xfrm>
            <a:off x="5715000" y="1024128"/>
            <a:ext cx="3200400" cy="1920240"/>
            <a:chOff x="5715000" y="1024128"/>
            <a:chExt cx="3200400" cy="1920240"/>
          </a:xfrm>
        </p:grpSpPr>
        <p:sp>
          <p:nvSpPr>
            <p:cNvPr id="6" name="Shape 3"/>
            <p:cNvSpPr/>
            <p:nvPr/>
          </p:nvSpPr>
          <p:spPr>
            <a:xfrm>
              <a:off x="5715000" y="1024128"/>
              <a:ext cx="3200400" cy="1920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 4"/>
            <p:cNvSpPr/>
            <p:nvPr/>
          </p:nvSpPr>
          <p:spPr>
            <a:xfrm>
              <a:off x="5852160" y="1097280"/>
              <a:ext cx="2926080" cy="1737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Best 5-fold CV Macro F1: 0.7388 ± 0.0105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Single-split results can vary with small dataset size (n = 977)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Cross-validation gives a more reliable estimate of generalisation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Better semantic fit for varied phishing wording</a:t>
              </a:r>
            </a:p>
            <a:p>
              <a:pPr marL="0" indent="0">
                <a:buNone/>
              </a:pP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indent="0">
                <a:buNone/>
              </a:pP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" name="Shape 5"/>
          <p:cNvSpPr/>
          <p:nvPr/>
        </p:nvSpPr>
        <p:spPr>
          <a:xfrm>
            <a:off x="5715000" y="3063240"/>
            <a:ext cx="320040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852160" y="31272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Strong Lightweight Baseline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52160" y="349300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 = 0.7211 without GPU.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patterns provide strong signal.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for resource-constrained deployment.</a:t>
            </a:r>
            <a:endParaRPr lang="en-US" sz="1150" dirty="0"/>
          </a:p>
        </p:txBody>
      </p:sp>
      <p:sp>
        <p:nvSpPr>
          <p:cNvPr id="23" name="標題 22">
            <a:extLst>
              <a:ext uri="{FF2B5EF4-FFF2-40B4-BE49-F238E27FC236}">
                <a16:creationId xmlns:a16="http://schemas.microsoft.com/office/drawing/2014/main" id="{A8317A68-8238-4C90-E778-470485B47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Model Evaluation Results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496220"/>
              </p:ext>
            </p:extLst>
          </p:nvPr>
        </p:nvGraphicFramePr>
        <p:xfrm>
          <a:off x="274320" y="1078992"/>
          <a:ext cx="5029200" cy="321868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Trigger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Urgency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0.92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0.70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0.80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Reciprocity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0.90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0.81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Authority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0.82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0.78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Liking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0.74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0.81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0.78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Fear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0.73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0.70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0.71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Social Proof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0.77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0.42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0.55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Scarcity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0.65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0.43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0.52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6583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577840" y="1024128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024128"/>
            <a:ext cx="6400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5"/>
          <p:cNvSpPr/>
          <p:nvPr/>
        </p:nvSpPr>
        <p:spPr>
          <a:xfrm>
            <a:off x="5715000" y="10789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triggers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Reciprocity — high frequency + explicit language patterns.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1984248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577840" y="1984248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715000" y="20391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triggers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15000" y="2331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Authority, Liking, Fear — contextual variation; RoBERTa better than SVM for Fear.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2944368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577840" y="2944368"/>
            <a:ext cx="64008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715000" y="29992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triggers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15000" y="3291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 &amp; Social Proof — low sample count + overlap with marketing language.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77840" y="3904488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5577840" y="3904488"/>
            <a:ext cx="64008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5715000" y="39593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recall pattern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15000" y="4251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develop conservative boundaries for minority triggers — predict positive only when highly confident.</a:t>
            </a:r>
            <a:endParaRPr lang="en-US" sz="1100" dirty="0"/>
          </a:p>
        </p:txBody>
      </p:sp>
      <p:sp>
        <p:nvSpPr>
          <p:cNvPr id="22" name="標題 21">
            <a:extLst>
              <a:ext uri="{FF2B5EF4-FFF2-40B4-BE49-F238E27FC236}">
                <a16:creationId xmlns:a16="http://schemas.microsoft.com/office/drawing/2014/main" id="{771D24D9-DD90-8842-B109-EE47151AF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Per-label Performance  —  </a:t>
            </a:r>
            <a:r>
              <a:rPr lang="en-US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RoBERTa</a:t>
            </a:r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(Final Model)</a:t>
            </a:r>
            <a:endParaRPr lang="en-GB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E1106BE-7297-A656-1E03-75587239A444}"/>
              </a:ext>
            </a:extLst>
          </p:cNvPr>
          <p:cNvSpPr txBox="1"/>
          <p:nvPr/>
        </p:nvSpPr>
        <p:spPr>
          <a:xfrm>
            <a:off x="274320" y="701409"/>
            <a:ext cx="5202065" cy="27699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defPPr>
              <a:defRPr lang="en-US"/>
            </a:defPPr>
            <a:lvl1pPr indent="0">
              <a:buNone/>
              <a:defRPr sz="1200" b="1" kern="0" spc="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GB" dirty="0"/>
              <a:t>Single-split evaluation on held-out test set (80/20 split)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74320" y="1005840"/>
            <a:ext cx="1508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email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83080" y="1828800"/>
            <a:ext cx="411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103120" y="167335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1005840"/>
            <a:ext cx="1508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920240" y="1097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920240" y="18745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URL/artefact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411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749040" y="167335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1005840"/>
            <a:ext cx="1508760" cy="1645920"/>
          </a:xfrm>
          <a:prstGeom prst="rect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566160" y="1097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66160" y="18745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74920" y="1828800"/>
            <a:ext cx="411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394960" y="167335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1005840"/>
            <a:ext cx="1508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212080" y="1097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12080" y="18745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20840" y="1828800"/>
            <a:ext cx="411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040880" y="167335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1005840"/>
            <a:ext cx="15087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858000" y="1097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0" y="18745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guidance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2880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31012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65760" y="3310128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30352" y="3364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task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36210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can contain multiple triggers simultaneously — single-label would lose co-occurrence signal.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08736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365760" y="4087368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30352" y="41422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" y="43982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binary loss per label — standard for multi-label classification.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31012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754880" y="3310128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919472" y="3364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Per-label thresholds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9472" y="36210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 &amp; Fear set to 0.50; others 0.35 — balancing sensitivity vs false positives.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408736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4754880" y="4087368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919472" y="41422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"Suspicious Emails" scope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19472" y="43982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assumes input is already suspected phishing — not a standalone detector.</a:t>
            </a:r>
            <a:endParaRPr lang="en-US" sz="1050" dirty="0"/>
          </a:p>
        </p:txBody>
      </p:sp>
      <p:sp>
        <p:nvSpPr>
          <p:cNvPr id="48" name="標題 47">
            <a:extLst>
              <a:ext uri="{FF2B5EF4-FFF2-40B4-BE49-F238E27FC236}">
                <a16:creationId xmlns:a16="http://schemas.microsoft.com/office/drawing/2014/main" id="{3852B92D-5C92-58CB-285E-B7CD91C5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Prototype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685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4128" y="11704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Trigger Intensity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44475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persuasive language 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4128" y="192938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7-trigger confidence display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203704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/ Not Detected per category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" y="2706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24128" y="26883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explanations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2962656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trigger means + why it's dangerous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9242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5720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24128" y="34472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guidance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372160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advice per detected trigger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5137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24128" y="420624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emails sidebar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48056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Phishing/scam reference library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411480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7200" y="47914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"Psychological Trigger Intensity" not "Risk Score" — accurate scope framing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685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11556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892040" y="11612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13898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phishing-trigger-analyser.streamlit.app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77393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892040" y="181965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20482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43230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892040" y="247802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27066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(roberta-base, fine-tuned)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09067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892040" y="31363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33649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text → same preprocessing pipeline as training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7490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892040" y="37947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4023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Per-label (0.35 or 0.50 depending on trigger)</a:t>
            </a:r>
            <a:endParaRPr lang="en-US" sz="1100" dirty="0"/>
          </a:p>
        </p:txBody>
      </p:sp>
      <p:sp>
        <p:nvSpPr>
          <p:cNvPr id="43" name="標題 42">
            <a:extLst>
              <a:ext uri="{FF2B5EF4-FFF2-40B4-BE49-F238E27FC236}">
                <a16:creationId xmlns:a16="http://schemas.microsoft.com/office/drawing/2014/main" id="{7D1CA70F-E5C6-A68F-BB4C-22B44692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Prototype: </a:t>
            </a:r>
            <a:r>
              <a:rPr lang="en-US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User Awareness Interface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628681"/>
            <a:ext cx="53035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53035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EXAMPLE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50606" y="1380744"/>
            <a:ext cx="1335794" cy="3136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</a:p>
          <a:p>
            <a:pPr marL="0" indent="0">
              <a:buNone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only on phishing/scam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Urgency: deadline present</a:t>
            </a: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IT Operations Team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Fear: implied system disruption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6583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LIMITATIONS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1051560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89788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11064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annotator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3807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inter-rater reliability measured (Cohen's Kappa)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06440" y="2011680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89788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20665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23408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977 records — Scarcity/Social Proof had only ~200 positives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06440" y="2971800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89788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46520" y="30266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33009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input may produce results, but performance is not validated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06440" y="3931920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89788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46520" y="39867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standalone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42611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assumed to be already suspicious</a:t>
            </a:r>
            <a:endParaRPr lang="en-US" sz="1100" dirty="0"/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2591BB4A-4450-99F9-9DA9-EE1108055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25" y="1097280"/>
            <a:ext cx="3669981" cy="3627851"/>
          </a:xfrm>
          <a:prstGeom prst="rect">
            <a:avLst/>
          </a:prstGeom>
        </p:spPr>
      </p:pic>
      <p:sp>
        <p:nvSpPr>
          <p:cNvPr id="37" name="標題 36">
            <a:extLst>
              <a:ext uri="{FF2B5EF4-FFF2-40B4-BE49-F238E27FC236}">
                <a16:creationId xmlns:a16="http://schemas.microsoft.com/office/drawing/2014/main" id="{0A49CA2C-E1B0-605D-B7D7-CAFDD6F0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Limitations</a:t>
            </a: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658368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29768" y="7680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9768" y="13898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84708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First-stage classifier determines if email is suspicious → second-stage trigger analysis provides psychological context. Directly resolves false positive issue.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658368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00400" y="658368"/>
            <a:ext cx="269748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310128" y="7680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10128" y="13898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Expansion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84708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minority triggers (Scarcity, Social Proof). </a:t>
            </a:r>
            <a:r>
              <a:rPr lang="en-GB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the dataset can improve detection accuracy.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658368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080760" y="658368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190488" y="7680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90488" y="13898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Inter-rater Reliability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0488" y="184708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≥2 independent annotators. Measure Cohen's Kappa. Validates annotation scheme and supports potential dataset publication.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29768" y="2944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29768" y="35661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Out-of-Distribution Evaluation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4023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2025–2026 phishing emails. Assess generalisation to novel attack patterns not seen during training.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310128" y="2944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310128" y="35661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4023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could collect and annotate non-English phishing emails to broaden applicability.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83464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080760" y="2834640"/>
            <a:ext cx="269748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190488" y="2944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190488" y="35661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90488" y="4023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real-user evaluation. Test whether per-trigger explanations actually improve awareness and phishing detection.</a:t>
            </a:r>
            <a:endParaRPr lang="en-US" sz="1050" dirty="0"/>
          </a:p>
        </p:txBody>
      </p:sp>
      <p:sp>
        <p:nvSpPr>
          <p:cNvPr id="34" name="標題 33">
            <a:extLst>
              <a:ext uri="{FF2B5EF4-FFF2-40B4-BE49-F238E27FC236}">
                <a16:creationId xmlns:a16="http://schemas.microsoft.com/office/drawing/2014/main" id="{885CD692-D26B-2BBF-F856-0236A185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Future Development</a:t>
            </a:r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A38BB20-CAC3-0154-5BD6-C90E029857AE}"/>
              </a:ext>
            </a:extLst>
          </p:cNvPr>
          <p:cNvSpPr/>
          <p:nvPr/>
        </p:nvSpPr>
        <p:spPr>
          <a:xfrm>
            <a:off x="45720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B2214C-3917-D121-E433-2F7F3F1946A3}"/>
              </a:ext>
            </a:extLst>
          </p:cNvPr>
          <p:cNvSpPr/>
          <p:nvPr/>
        </p:nvSpPr>
        <p:spPr>
          <a:xfrm>
            <a:off x="1051560" y="10972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Trained Model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5417D33-6B3F-F826-AF73-F31DFEDEE494}"/>
              </a:ext>
            </a:extLst>
          </p:cNvPr>
          <p:cNvSpPr/>
          <p:nvPr/>
        </p:nvSpPr>
        <p:spPr>
          <a:xfrm>
            <a:off x="1051560" y="13990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psychological trigger classification on phishing/scam emails is achievable — CV Macro F1 = 0.7388 with RoBERTa.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E904182-9FC4-6BDA-C3D2-50AF4B0FC2BE}"/>
              </a:ext>
            </a:extLst>
          </p:cNvPr>
          <p:cNvSpPr/>
          <p:nvPr/>
        </p:nvSpPr>
        <p:spPr>
          <a:xfrm>
            <a:off x="45720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E4FA475-BBAB-5D31-719A-E4B5168F52A5}"/>
              </a:ext>
            </a:extLst>
          </p:cNvPr>
          <p:cNvSpPr/>
          <p:nvPr/>
        </p:nvSpPr>
        <p:spPr>
          <a:xfrm>
            <a:off x="1051560" y="2148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binary detection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58BDFDA-C899-F1A9-428F-0E58F0A3AD92}"/>
              </a:ext>
            </a:extLst>
          </p:cNvPr>
          <p:cNvSpPr/>
          <p:nvPr/>
        </p:nvSpPr>
        <p:spPr>
          <a:xfrm>
            <a:off x="1051560" y="2450592"/>
            <a:ext cx="7589520" cy="52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explains which triggers are present and why they matter — bridging technical detection and user awareness.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3CE9F64-492A-491E-ECF2-711037125A2E}"/>
              </a:ext>
            </a:extLst>
          </p:cNvPr>
          <p:cNvSpPr/>
          <p:nvPr/>
        </p:nvSpPr>
        <p:spPr>
          <a:xfrm>
            <a:off x="457200" y="3242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B04B14C-58F8-457F-034E-2AB3ECE04F11}"/>
              </a:ext>
            </a:extLst>
          </p:cNvPr>
          <p:cNvSpPr/>
          <p:nvPr/>
        </p:nvSpPr>
        <p:spPr>
          <a:xfrm>
            <a:off x="1051560" y="32148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D2103B8-FEA6-2FD1-915D-F8D1D90F1FE7}"/>
              </a:ext>
            </a:extLst>
          </p:cNvPr>
          <p:cNvSpPr/>
          <p:nvPr/>
        </p:nvSpPr>
        <p:spPr>
          <a:xfrm>
            <a:off x="1051560" y="351664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legitimate emails are acknowledged and architecturally addressed (second-stage positioning).</a:t>
            </a:r>
            <a:endParaRPr lang="en-US" sz="14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8585A4CE-B67A-363F-C4C7-A0A79022F20A}"/>
              </a:ext>
            </a:extLst>
          </p:cNvPr>
          <p:cNvSpPr/>
          <p:nvPr/>
        </p:nvSpPr>
        <p:spPr>
          <a:xfrm>
            <a:off x="41148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phishing-trigger-analyser.streamlit.app  |  GitHub: hkuspace-pu/project-wongoining</a:t>
            </a:r>
            <a:endParaRPr lang="en-US" sz="1100" dirty="0"/>
          </a:p>
        </p:txBody>
      </p:sp>
      <p:sp>
        <p:nvSpPr>
          <p:cNvPr id="14" name="標題 13">
            <a:extLst>
              <a:ext uri="{FF2B5EF4-FFF2-40B4-BE49-F238E27FC236}">
                <a16:creationId xmlns:a16="http://schemas.microsoft.com/office/drawing/2014/main" id="{9691CF11-788C-F971-3E8F-EA0A7BC22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97671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8F7F-7E8C-0190-3E7E-5A6D5B51F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B368EF-292B-6298-888D-66F8776270B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466841-F964-C7DA-C9A9-623124D71912}"/>
              </a:ext>
            </a:extLst>
          </p:cNvPr>
          <p:cNvSpPr/>
          <p:nvPr/>
        </p:nvSpPr>
        <p:spPr>
          <a:xfrm>
            <a:off x="548640" y="365760"/>
            <a:ext cx="8046720" cy="3936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</a:p>
          <a:p>
            <a:pPr marL="0" indent="0" algn="ctr">
              <a:buNone/>
            </a:pPr>
            <a:endParaRPr lang="en-US" sz="3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3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347748D-4F9D-62B7-98ED-6E03B6AAA4A1}"/>
              </a:ext>
            </a:extLst>
          </p:cNvPr>
          <p:cNvSpPr/>
          <p:nvPr/>
        </p:nvSpPr>
        <p:spPr>
          <a:xfrm>
            <a:off x="457200" y="2953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D533D81-6C60-5DD6-F4AD-2BCBAACF4C0E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5AD2AAB-D3A9-FF09-0CA4-37F997C720C0}"/>
              </a:ext>
            </a:extLst>
          </p:cNvPr>
          <p:cNvSpPr/>
          <p:nvPr/>
        </p:nvSpPr>
        <p:spPr>
          <a:xfrm>
            <a:off x="45720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phishing-trigger-analyser.streamlit.app  |  GitHub: hkuspace-pu/project-wongoining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781196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石板">
  <a:themeElements>
    <a:clrScheme name="石板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3edabb0-8a31-453e-a507-fdd0287b118d}" enabled="0" method="" siteId="{03edabb0-8a31-453e-a507-fdd0287b118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TM04033929[[fn=石板]]</Template>
  <TotalTime>252</TotalTime>
  <Words>1060</Words>
  <Application>Microsoft Office PowerPoint</Application>
  <PresentationFormat>如螢幕大小 (16:9)</PresentationFormat>
  <Paragraphs>292</Paragraphs>
  <Slides>12</Slides>
  <Notes>11</Notes>
  <HiddenSlides>1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12</vt:i4>
      </vt:variant>
    </vt:vector>
  </HeadingPairs>
  <TitlesOfParts>
    <vt:vector size="22" baseType="lpstr">
      <vt:lpstr>Aptos</vt:lpstr>
      <vt:lpstr>Arial</vt:lpstr>
      <vt:lpstr>Bookman Old Style</vt:lpstr>
      <vt:lpstr>Calibri</vt:lpstr>
      <vt:lpstr>Calisto MT</vt:lpstr>
      <vt:lpstr>Rockwell</vt:lpstr>
      <vt:lpstr>Wingdings 2</vt:lpstr>
      <vt:lpstr>石板</vt:lpstr>
      <vt:lpstr>Office 佈景主題</vt:lpstr>
      <vt:lpstr>Damask</vt:lpstr>
      <vt:lpstr>PowerPoint 簡報</vt:lpstr>
      <vt:lpstr>Problem &amp; Aim</vt:lpstr>
      <vt:lpstr>7 Psychological Triggers</vt:lpstr>
      <vt:lpstr>Dataset &amp; Annotation</vt:lpstr>
      <vt:lpstr>Model Evaluation Results</vt:lpstr>
      <vt:lpstr>Per-label Performance  —  RoBERTa (Final Model)</vt:lpstr>
      <vt:lpstr>Prototype Overview</vt:lpstr>
      <vt:lpstr>Prototype: Streamlit User Awareness Interface</vt:lpstr>
      <vt:lpstr>Limitations</vt:lpstr>
      <vt:lpstr>Future Development</vt:lpstr>
      <vt:lpstr>Conclusion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WONG OI NING</cp:lastModifiedBy>
  <cp:revision>1</cp:revision>
  <dcterms:created xsi:type="dcterms:W3CDTF">2026-05-28T13:46:14Z</dcterms:created>
  <dcterms:modified xsi:type="dcterms:W3CDTF">2026-05-31T09:21:20Z</dcterms:modified>
</cp:coreProperties>
</file>